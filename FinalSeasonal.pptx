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handoutMasters/handoutMaster1.xml" ContentType="application/vnd.openxmlformats-officedocument.presentationml.handoutMaster+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Slides/notesSlide1.xml" ContentType="application/vnd.openxmlformats-officedocument.presentationml.notes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aveSubsetFonts="1">
  <p:sldMasterIdLst>
    <p:sldMasterId id="2147483648" r:id="rId1"/>
  </p:sldMasterIdLst>
  <p:notesMasterIdLst>
    <p:notesMasterId r:id="rId2"/>
  </p:notesMasterIdLst>
  <p:handoutMasterIdLst>
    <p:handoutMasterId r:id="rId3"/>
  </p:handoutMasterIdLst>
  <p:sldIdLst>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type="screen16x9" cy="6858000" cx="12192000"/>
  <p:notesSz cx="6858000" cy="9144000"/>
  <p:defaultTextStyle>
    <a:defPPr>
      <a:defRPr lang="en-US"/>
    </a:defPPr>
    <a:lvl1pPr algn="l" defTabSz="457200" eaLnBrk="1" hangingPunct="1" latinLnBrk="0" marL="0" rtl="0">
      <a:defRPr sz="1800" kern="1200">
        <a:solidFill>
          <a:schemeClr val="tx1"/>
        </a:solidFill>
        <a:latin typeface="+mn-lt"/>
        <a:ea typeface="+mn-ea"/>
        <a:cs typeface="+mn-cs"/>
      </a:defRPr>
    </a:lvl1pPr>
    <a:lvl2pPr algn="l" defTabSz="457200" eaLnBrk="1" hangingPunct="1" latinLnBrk="0" marL="457200" rtl="0">
      <a:defRPr sz="1800" kern="1200">
        <a:solidFill>
          <a:schemeClr val="tx1"/>
        </a:solidFill>
        <a:latin typeface="+mn-lt"/>
        <a:ea typeface="+mn-ea"/>
        <a:cs typeface="+mn-cs"/>
      </a:defRPr>
    </a:lvl2pPr>
    <a:lvl3pPr algn="l" defTabSz="457200" eaLnBrk="1" hangingPunct="1" latinLnBrk="0" marL="914400" rtl="0">
      <a:defRPr sz="1800" kern="1200">
        <a:solidFill>
          <a:schemeClr val="tx1"/>
        </a:solidFill>
        <a:latin typeface="+mn-lt"/>
        <a:ea typeface="+mn-ea"/>
        <a:cs typeface="+mn-cs"/>
      </a:defRPr>
    </a:lvl3pPr>
    <a:lvl4pPr algn="l" defTabSz="457200" eaLnBrk="1" hangingPunct="1" latinLnBrk="0" marL="1371600" rtl="0">
      <a:defRPr sz="1800" kern="1200">
        <a:solidFill>
          <a:schemeClr val="tx1"/>
        </a:solidFill>
        <a:latin typeface="+mn-lt"/>
        <a:ea typeface="+mn-ea"/>
        <a:cs typeface="+mn-cs"/>
      </a:defRPr>
    </a:lvl4pPr>
    <a:lvl5pPr algn="l" defTabSz="457200" eaLnBrk="1" hangingPunct="1" latinLnBrk="0" marL="1828800" rtl="0">
      <a:defRPr sz="1800" kern="1200">
        <a:solidFill>
          <a:schemeClr val="tx1"/>
        </a:solidFill>
        <a:latin typeface="+mn-lt"/>
        <a:ea typeface="+mn-ea"/>
        <a:cs typeface="+mn-cs"/>
      </a:defRPr>
    </a:lvl5pPr>
    <a:lvl6pPr algn="l" defTabSz="457200" eaLnBrk="1" hangingPunct="1" latinLnBrk="0" marL="2286000" rtl="0">
      <a:defRPr sz="1800" kern="1200">
        <a:solidFill>
          <a:schemeClr val="tx1"/>
        </a:solidFill>
        <a:latin typeface="+mn-lt"/>
        <a:ea typeface="+mn-ea"/>
        <a:cs typeface="+mn-cs"/>
      </a:defRPr>
    </a:lvl6pPr>
    <a:lvl7pPr algn="l" defTabSz="457200" eaLnBrk="1" hangingPunct="1" latinLnBrk="0" marL="2743200" rtl="0">
      <a:defRPr sz="1800" kern="1200">
        <a:solidFill>
          <a:schemeClr val="tx1"/>
        </a:solidFill>
        <a:latin typeface="+mn-lt"/>
        <a:ea typeface="+mn-ea"/>
        <a:cs typeface="+mn-cs"/>
      </a:defRPr>
    </a:lvl7pPr>
    <a:lvl8pPr algn="l" defTabSz="457200" eaLnBrk="1" hangingPunct="1" latinLnBrk="0" marL="3200400" rtl="0">
      <a:defRPr sz="1800" kern="1200">
        <a:solidFill>
          <a:schemeClr val="tx1"/>
        </a:solidFill>
        <a:latin typeface="+mn-lt"/>
        <a:ea typeface="+mn-ea"/>
        <a:cs typeface="+mn-cs"/>
      </a:defRPr>
    </a:lvl8pPr>
    <a:lvl9pPr algn="l" defTabSz="4572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clrMru>
    <a:srgbClr val="D9D9D9"/>
  </p:clrMru>
</p:presentationPr>
</file>

<file path=ppt/tableStyles.xml><?xml version="1.0" encoding="utf-8"?>
<a:tblStyleLst xmlns:a="http://schemas.openxmlformats.org/drawingml/2006/main" def="{5C22544A-7EE6-4342-B048-85BDC9FD1C3A}">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xmlns:r="http://schemas.openxmlformats.org/officeDocument/2006/relationships" xmlns:a="http://schemas.openxmlformats.org/drawing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handoutMaster" Target="handoutMasters/handout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tableStyles" Target="tableStyles.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customXml" Target="../customXml/item1.xml"/><Relationship Id="rId22" Type="http://schemas.openxmlformats.org/officeDocument/2006/relationships/customXmlProps" Target="../customXml/itemProps1.xml"/><Relationship Id="rId2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79" name=""/>
        <p:cNvGrpSpPr/>
        <p:nvPr/>
      </p:nvGrpSpPr>
      <p:grpSpPr>
        <a:xfrm>
          <a:off x="0" y="0"/>
          <a:ext cx="0" cy="0"/>
          <a:chOff x="0" y="0"/>
          <a:chExt cx="0" cy="0"/>
        </a:xfrm>
      </p:grpSpPr>
      <p:sp>
        <p:nvSpPr>
          <p:cNvPr id="1048791" name="Header Placeholder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dirty="0" lang="en-US"/>
          </a:p>
        </p:txBody>
      </p:sp>
      <p:sp>
        <p:nvSpPr>
          <p:cNvPr id="1048792" name="Date Placeholder 2"/>
          <p:cNvSpPr>
            <a:spLocks noGrp="1"/>
          </p:cNvSpPr>
          <p:nvPr>
            <p:ph type="dt" sz="quarter" idx="1"/>
          </p:nvPr>
        </p:nvSpPr>
        <p:spPr>
          <a:xfrm>
            <a:off x="3884613" y="0"/>
            <a:ext cx="2971800" cy="458788"/>
          </a:xfrm>
          <a:prstGeom prst="rect"/>
        </p:spPr>
        <p:txBody>
          <a:bodyPr bIns="45720" lIns="91440" rIns="91440" rtlCol="0" tIns="45720" vert="horz"/>
          <a:lstStyle>
            <a:lvl1pPr algn="r">
              <a:defRPr sz="1200"/>
            </a:lvl1pPr>
          </a:lstStyle>
          <a:p>
            <a:fld id="{EF1077DB-935E-4A0A-947A-D283B9F9F452}" type="datetimeFigureOut">
              <a:rPr lang="en-US" smtClean="0"/>
              <a:t>9/2/2026</a:t>
            </a:fld>
            <a:endParaRPr dirty="0" lang="en-US"/>
          </a:p>
        </p:txBody>
      </p:sp>
      <p:sp>
        <p:nvSpPr>
          <p:cNvPr id="1048793" name="Footer Placeholder 3"/>
          <p:cNvSpPr>
            <a:spLocks noGrp="1"/>
          </p:cNvSpPr>
          <p:nvPr>
            <p:ph type="ftr" sz="quarter" idx="2"/>
          </p:nvPr>
        </p:nvSpPr>
        <p:spPr>
          <a:xfrm>
            <a:off x="0" y="8685213"/>
            <a:ext cx="2971800" cy="458787"/>
          </a:xfrm>
          <a:prstGeom prst="rect"/>
        </p:spPr>
        <p:txBody>
          <a:bodyPr anchor="b" bIns="45720" lIns="91440" rIns="91440" rtlCol="0" tIns="45720" vert="horz"/>
          <a:lstStyle>
            <a:lvl1pPr algn="l">
              <a:defRPr sz="1200"/>
            </a:lvl1pPr>
          </a:lstStyle>
          <a:p>
            <a:endParaRPr dirty="0" lang="en-US"/>
          </a:p>
        </p:txBody>
      </p:sp>
      <p:sp>
        <p:nvSpPr>
          <p:cNvPr id="1048794" name="Slide Number Placeholder 4"/>
          <p:cNvSpPr>
            <a:spLocks noGrp="1"/>
          </p:cNvSpPr>
          <p:nvPr>
            <p:ph type="sldNum" sz="quarter" idx="3"/>
          </p:nvPr>
        </p:nvSpPr>
        <p:spPr>
          <a:xfrm>
            <a:off x="3884613" y="8685213"/>
            <a:ext cx="2971800" cy="458787"/>
          </a:xfrm>
          <a:prstGeom prst="rect"/>
        </p:spPr>
        <p:txBody>
          <a:bodyPr anchor="b" bIns="45720" lIns="91440" rIns="91440" rtlCol="0" tIns="45720" vert="horz"/>
          <a:lstStyle>
            <a:lvl1pPr algn="r">
              <a:defRPr sz="1200"/>
            </a:lvl1pPr>
          </a:lstStyle>
          <a:p>
            <a:fld id="{682C0B10-7CAE-41E4-AB02-7E8B1FF2B898}" type="slidenum">
              <a:rPr lang="en-US" smtClean="0"/>
              <a:t>‹#›</a:t>
            </a:fld>
            <a:endParaRPr dirty="0" lang="en-US"/>
          </a:p>
        </p:txBody>
      </p:sp>
    </p:spTree>
  </p:cSld>
  <p:clrMap accent1="accent1" accent2="accent2" accent3="accent3" accent4="accent4" accent5="accent5" accent6="accent6" bg1="lt1" bg2="lt2" tx1="dk1" tx2="dk2"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78" name=""/>
        <p:cNvGrpSpPr/>
        <p:nvPr/>
      </p:nvGrpSpPr>
      <p:grpSpPr>
        <a:xfrm>
          <a:off x="0" y="0"/>
          <a:ext cx="0" cy="0"/>
          <a:chOff x="0" y="0"/>
          <a:chExt cx="0" cy="0"/>
        </a:xfrm>
      </p:grpSpPr>
      <p:sp>
        <p:nvSpPr>
          <p:cNvPr id="1048785" name="Header Placeholder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dirty="0" lang="en-US" noProof="0"/>
          </a:p>
        </p:txBody>
      </p:sp>
      <p:sp>
        <p:nvSpPr>
          <p:cNvPr id="1048786" name="Date Placeholder 2"/>
          <p:cNvSpPr>
            <a:spLocks noGrp="1"/>
          </p:cNvSpPr>
          <p:nvPr>
            <p:ph type="dt" idx="1"/>
          </p:nvPr>
        </p:nvSpPr>
        <p:spPr>
          <a:xfrm>
            <a:off x="3884613" y="0"/>
            <a:ext cx="2971800" cy="458788"/>
          </a:xfrm>
          <a:prstGeom prst="rect"/>
        </p:spPr>
        <p:txBody>
          <a:bodyPr bIns="45720" lIns="91440" rIns="91440" rtlCol="0" tIns="45720" vert="horz"/>
          <a:lstStyle>
            <a:lvl1pPr algn="r">
              <a:defRPr sz="1200"/>
            </a:lvl1pPr>
          </a:lstStyle>
          <a:p>
            <a:fld id="{2D9EC30E-1A71-4188-9BE7-E2A64929A436}" type="datetimeFigureOut">
              <a:rPr lang="en-US" noProof="0" smtClean="0"/>
              <a:t>9/2/2026</a:t>
            </a:fld>
            <a:endParaRPr dirty="0" lang="en-US" noProof="0"/>
          </a:p>
        </p:txBody>
      </p:sp>
      <p:sp>
        <p:nvSpPr>
          <p:cNvPr id="1048787" name="Slide Image Placeholder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dirty="0" lang="en-US" noProof="0"/>
          </a:p>
        </p:txBody>
      </p:sp>
      <p:sp>
        <p:nvSpPr>
          <p:cNvPr id="1048788" name="Notes Placeholder 4"/>
          <p:cNvSpPr>
            <a:spLocks noGrp="1"/>
          </p:cNvSpPr>
          <p:nvPr>
            <p:ph type="body" sz="quarter" idx="3"/>
          </p:nvPr>
        </p:nvSpPr>
        <p:spPr>
          <a:xfrm>
            <a:off x="685800" y="4400550"/>
            <a:ext cx="5486400" cy="3600450"/>
          </a:xfrm>
          <a:prstGeom prst="rect"/>
        </p:spPr>
        <p:txBody>
          <a:bodyPr bIns="45720" lIns="91440" rIns="91440" rtlCol="0" tIns="45720" vert="horz"/>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48789" name="Footer Placeholder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vl1pPr>
          </a:lstStyle>
          <a:p>
            <a:endParaRPr dirty="0" lang="en-US" noProof="0"/>
          </a:p>
        </p:txBody>
      </p:sp>
      <p:sp>
        <p:nvSpPr>
          <p:cNvPr id="1048790" name="Slide Number Placeholder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vl1pPr>
          </a:lstStyle>
          <a:p>
            <a:fld id="{8530193B-564F-4854-8A52-728F3FB19C85}" type="slidenum">
              <a:rPr lang="en-US" noProof="0" smtClean="0"/>
              <a:t>‹#›</a:t>
            </a:fld>
            <a:endParaRPr dirty="0" lang="en-US" noProof="0"/>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49" name=""/>
        <p:cNvGrpSpPr/>
        <p:nvPr/>
      </p:nvGrpSpPr>
      <p:grpSpPr>
        <a:xfrm>
          <a:off x="0" y="0"/>
          <a:ext cx="0" cy="0"/>
          <a:chOff x="0" y="0"/>
          <a:chExt cx="0" cy="0"/>
        </a:xfrm>
      </p:grpSpPr>
      <p:sp>
        <p:nvSpPr>
          <p:cNvPr id="1048622" name="Slide Image Placeholder 1"/>
          <p:cNvSpPr>
            <a:spLocks noChangeAspect="1" noRot="1" noGrp="1"/>
          </p:cNvSpPr>
          <p:nvPr>
            <p:ph type="sldImg"/>
          </p:nvPr>
        </p:nvSpPr>
        <p:spPr/>
      </p:sp>
      <p:sp>
        <p:nvSpPr>
          <p:cNvPr id="1048623" name="Notes Placeholder 2"/>
          <p:cNvSpPr>
            <a:spLocks noGrp="1"/>
          </p:cNvSpPr>
          <p:nvPr>
            <p:ph type="body" idx="1"/>
          </p:nvPr>
        </p:nvSpPr>
        <p:spPr/>
        <p:txBody>
          <a:bodyPr/>
          <a:p>
            <a:endParaRPr dirty="0" lang="en-US"/>
          </a:p>
        </p:txBody>
      </p:sp>
      <p:sp>
        <p:nvSpPr>
          <p:cNvPr id="1048624" name="Slide Number Placeholder 3"/>
          <p:cNvSpPr>
            <a:spLocks noGrp="1"/>
          </p:cNvSpPr>
          <p:nvPr>
            <p:ph type="sldNum" sz="quarter" idx="5"/>
          </p:nvPr>
        </p:nvSpPr>
        <p:spPr/>
        <p:txBody>
          <a:bodyPr/>
          <a:p>
            <a:fld id="{8530193B-564F-4854-8A52-728F3FB19C85}" type="slidenum">
              <a:rPr lang="en-US" noProof="0" smtClean="0"/>
              <a:t>5</a:t>
            </a:fld>
            <a:endParaRPr dirty="0" lang="en-US" noProof="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type="title">
  <p:cSld name="Title Slide">
    <p:spTree>
      <p:nvGrpSpPr>
        <p:cNvPr id="60" name=""/>
        <p:cNvGrpSpPr/>
        <p:nvPr/>
      </p:nvGrpSpPr>
      <p:grpSpPr>
        <a:xfrm>
          <a:off x="0" y="0"/>
          <a:ext cx="0" cy="0"/>
          <a:chOff x="0" y="0"/>
          <a:chExt cx="0" cy="0"/>
        </a:xfrm>
      </p:grpSpPr>
      <p:grpSp>
        <p:nvGrpSpPr>
          <p:cNvPr id="61" name="Group 15"/>
          <p:cNvGrpSpPr/>
          <p:nvPr/>
        </p:nvGrpSpPr>
        <p:grpSpPr>
          <a:xfrm>
            <a:off x="0" y="-8467"/>
            <a:ext cx="12192000" cy="6866467"/>
            <a:chOff x="0" y="-8467"/>
            <a:chExt cx="12192000" cy="6866467"/>
          </a:xfrm>
        </p:grpSpPr>
        <p:sp>
          <p:nvSpPr>
            <p:cNvPr id="1048683" name="Freeform 14"/>
            <p:cNvSpPr/>
            <p:nvPr/>
          </p:nvSpPr>
          <p:spPr>
            <a:xfrm>
              <a:off x="0" y="-7862"/>
              <a:ext cx="863600" cy="5698067"/>
            </a:xfrm>
            <a:custGeom>
              <a:avLst/>
              <a:ah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3145730" name="Straight Connector 18"/>
            <p:cNvCxnSpPr>
              <a:cxnSpLocks/>
            </p:cNvCxnSpPr>
            <p:nvPr/>
          </p:nvCxnSpPr>
          <p:spPr>
            <a:xfrm>
              <a:off x="9371012" y="0"/>
              <a:ext cx="1219200" cy="6858000"/>
            </a:xfrm>
            <a:prstGeom prst="line"/>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3145731" name="Straight Connector 19"/>
            <p:cNvCxnSpPr>
              <a:cxnSpLocks/>
            </p:cNvCxnSpPr>
            <p:nvPr/>
          </p:nvCxnSpPr>
          <p:spPr>
            <a:xfrm flipH="1">
              <a:off x="7425267" y="3681413"/>
              <a:ext cx="4763558" cy="3176587"/>
            </a:xfrm>
            <a:prstGeom prst="line"/>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48684" name="Rectangle 23"/>
            <p:cNvSpPr/>
            <p:nvPr/>
          </p:nvSpPr>
          <p:spPr>
            <a:xfrm>
              <a:off x="9181476" y="-8467"/>
              <a:ext cx="3007349" cy="6866467"/>
            </a:xfrm>
            <a:custGeom>
              <a:avLst/>
              <a:ah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48685" name="Rectangle 25"/>
            <p:cNvSpPr/>
            <p:nvPr/>
          </p:nvSpPr>
          <p:spPr>
            <a:xfrm>
              <a:off x="9603442" y="-8467"/>
              <a:ext cx="2588558" cy="6866467"/>
            </a:xfrm>
            <a:custGeom>
              <a:avLst/>
              <a:ah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48686"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48687" name="Rectangle 27"/>
            <p:cNvSpPr/>
            <p:nvPr/>
          </p:nvSpPr>
          <p:spPr>
            <a:xfrm>
              <a:off x="9334500" y="-8467"/>
              <a:ext cx="2854326" cy="6866467"/>
            </a:xfrm>
            <a:custGeom>
              <a:avLst/>
              <a:ah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48688" name="Rectangle 28"/>
            <p:cNvSpPr/>
            <p:nvPr/>
          </p:nvSpPr>
          <p:spPr>
            <a:xfrm>
              <a:off x="10898730" y="-8467"/>
              <a:ext cx="1290094" cy="6866467"/>
            </a:xfrm>
            <a:custGeom>
              <a:avLst/>
              <a:ah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48689" name="Rectangle 29"/>
            <p:cNvSpPr/>
            <p:nvPr/>
          </p:nvSpPr>
          <p:spPr>
            <a:xfrm>
              <a:off x="10938999" y="-8467"/>
              <a:ext cx="1249825" cy="6866467"/>
            </a:xfrm>
            <a:custGeom>
              <a:avLst/>
              <a:ah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48690"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1048691"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dirty="0" lang="en-US"/>
          </a:p>
        </p:txBody>
      </p:sp>
      <p:sp>
        <p:nvSpPr>
          <p:cNvPr id="1048692" name="Subtitle 2"/>
          <p:cNvSpPr>
            <a:spLocks noGrp="1"/>
          </p:cNvSpPr>
          <p:nvPr>
            <p:ph type="subTitle" idx="1"/>
          </p:nvPr>
        </p:nvSpPr>
        <p:spPr>
          <a:xfrm>
            <a:off x="1507067" y="4050833"/>
            <a:ext cx="7766936" cy="1096899"/>
          </a:xfrm>
        </p:spPr>
        <p:txBody>
          <a:bodyPr anchor="t"/>
          <a:lstStyle>
            <a:lvl1pPr algn="r" indent="0" marL="0">
              <a:buNone/>
              <a:defRPr>
                <a:solidFill>
                  <a:schemeClr val="tx1">
                    <a:lumMod val="50000"/>
                    <a:lumOff val="50000"/>
                  </a:schemeClr>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a:t>Click to edit Master subtitle style</a:t>
            </a:r>
            <a:endParaRPr dirty="0" lang="en-US"/>
          </a:p>
        </p:txBody>
      </p:sp>
      <p:sp>
        <p:nvSpPr>
          <p:cNvPr id="1048693" name="Date Placeholder 3"/>
          <p:cNvSpPr>
            <a:spLocks noGrp="1"/>
          </p:cNvSpPr>
          <p:nvPr>
            <p:ph type="dt" sz="half" idx="10"/>
          </p:nvPr>
        </p:nvSpPr>
        <p:spPr/>
        <p:txBody>
          <a:bodyPr/>
          <a:p>
            <a:fld id="{B61BEF0D-F0BB-DE4B-95CE-6DB70DBA9567}" type="datetimeFigureOut">
              <a:rPr lang="en-US" smtClean="0"/>
              <a:t>9/2/2026</a:t>
            </a:fld>
            <a:endParaRPr dirty="0" lang="en-US"/>
          </a:p>
        </p:txBody>
      </p:sp>
      <p:sp>
        <p:nvSpPr>
          <p:cNvPr id="1048694" name="Footer Placeholder 4"/>
          <p:cNvSpPr>
            <a:spLocks noGrp="1"/>
          </p:cNvSpPr>
          <p:nvPr>
            <p:ph type="ftr" sz="quarter" idx="11"/>
          </p:nvPr>
        </p:nvSpPr>
        <p:spPr/>
        <p:txBody>
          <a:bodyPr/>
          <a:p>
            <a:endParaRPr dirty="0" lang="en-US"/>
          </a:p>
        </p:txBody>
      </p:sp>
      <p:sp>
        <p:nvSpPr>
          <p:cNvPr id="1048695" name="Slide Number Placeholder 5"/>
          <p:cNvSpPr>
            <a:spLocks noGrp="1"/>
          </p:cNvSpPr>
          <p:nvPr>
            <p:ph type="sldNum" sz="quarter" idx="12"/>
          </p:nvPr>
        </p:nvSpPr>
        <p:spPr/>
        <p:txBody>
          <a:bodyPr/>
          <a:p>
            <a:fld id="{D57F1E4F-1CFF-5643-939E-217C01CDF565}" type="slidenum">
              <a:rPr lang="en-US" smtClean="0"/>
              <a:t>‹#›</a:t>
            </a:fld>
            <a:endParaRPr dirty="0" lang="en-US"/>
          </a:p>
        </p:txBody>
      </p:sp>
    </p:spTree>
  </p:cSld>
  <p:clrMapOvr>
    <a:masterClrMapping/>
  </p:clrMapOvr>
  <p:hf dt="0" ftr="0" hdr="0" sldNum="1"/>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72" name=""/>
        <p:cNvGrpSpPr/>
        <p:nvPr/>
      </p:nvGrpSpPr>
      <p:grpSpPr>
        <a:xfrm>
          <a:off x="0" y="0"/>
          <a:ext cx="0" cy="0"/>
          <a:chOff x="0" y="0"/>
          <a:chExt cx="0" cy="0"/>
        </a:xfrm>
      </p:grpSpPr>
      <p:sp>
        <p:nvSpPr>
          <p:cNvPr id="1048752" name="Title 1"/>
          <p:cNvSpPr>
            <a:spLocks noGrp="1"/>
          </p:cNvSpPr>
          <p:nvPr>
            <p:ph type="title"/>
          </p:nvPr>
        </p:nvSpPr>
        <p:spPr/>
        <p:txBody>
          <a:bodyPr/>
          <a:p>
            <a:r>
              <a:rPr lang="en-US"/>
              <a:t>Click to edit Master title style</a:t>
            </a:r>
            <a:endParaRPr dirty="0" lang="en-US"/>
          </a:p>
        </p:txBody>
      </p:sp>
      <p:sp>
        <p:nvSpPr>
          <p:cNvPr id="1048753" name="Content Placeholder 2"/>
          <p:cNvSpPr>
            <a:spLocks noGrp="1"/>
          </p:cNvSpPr>
          <p:nvPr>
            <p:ph idx="1"/>
          </p:nvPr>
        </p:nvSpPr>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754" name="Date Placeholder 3"/>
          <p:cNvSpPr>
            <a:spLocks noGrp="1"/>
          </p:cNvSpPr>
          <p:nvPr>
            <p:ph type="dt" sz="half" idx="10"/>
          </p:nvPr>
        </p:nvSpPr>
        <p:spPr/>
        <p:txBody>
          <a:bodyPr/>
          <a:p>
            <a:fld id="{B61BEF0D-F0BB-DE4B-95CE-6DB70DBA9567}" type="datetimeFigureOut">
              <a:rPr lang="en-US" smtClean="0"/>
              <a:t>9/2/2026</a:t>
            </a:fld>
            <a:endParaRPr dirty="0" lang="en-US"/>
          </a:p>
        </p:txBody>
      </p:sp>
      <p:sp>
        <p:nvSpPr>
          <p:cNvPr id="1048755" name="Footer Placeholder 4"/>
          <p:cNvSpPr>
            <a:spLocks noGrp="1"/>
          </p:cNvSpPr>
          <p:nvPr>
            <p:ph type="ftr" sz="quarter" idx="11"/>
          </p:nvPr>
        </p:nvSpPr>
        <p:spPr/>
        <p:txBody>
          <a:bodyPr/>
          <a:p>
            <a:endParaRPr dirty="0" lang="en-US"/>
          </a:p>
        </p:txBody>
      </p:sp>
      <p:sp>
        <p:nvSpPr>
          <p:cNvPr id="1048756" name="Slide Number Placeholder 5"/>
          <p:cNvSpPr>
            <a:spLocks noGrp="1"/>
          </p:cNvSpPr>
          <p:nvPr>
            <p:ph type="sldNum" sz="quarter" idx="12"/>
          </p:nvPr>
        </p:nvSpPr>
        <p:spPr/>
        <p:txBody>
          <a:bodyPr/>
          <a:p>
            <a:fld id="{D57F1E4F-1CFF-5643-939E-217C01CDF565}" type="slidenum">
              <a:rPr lang="en-US" smtClean="0"/>
              <a:t>‹#›</a:t>
            </a:fld>
            <a:endParaRPr dirty="0" lang="en-US"/>
          </a:p>
        </p:txBody>
      </p:sp>
    </p:spTree>
  </p:cSld>
  <p:clrMapOvr>
    <a:masterClrMapping/>
  </p:clrMapOvr>
  <p:hf dt="0" ftr="0" hdr="0" sldNum="1"/>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68" name=""/>
        <p:cNvGrpSpPr/>
        <p:nvPr/>
      </p:nvGrpSpPr>
      <p:grpSpPr>
        <a:xfrm>
          <a:off x="0" y="0"/>
          <a:ext cx="0" cy="0"/>
          <a:chOff x="0" y="0"/>
          <a:chExt cx="0" cy="0"/>
        </a:xfrm>
      </p:grpSpPr>
      <p:sp>
        <p:nvSpPr>
          <p:cNvPr id="1048731" name="Title 1"/>
          <p:cNvSpPr>
            <a:spLocks noGrp="1"/>
          </p:cNvSpPr>
          <p:nvPr>
            <p:ph type="title"/>
          </p:nvPr>
        </p:nvSpPr>
        <p:spPr>
          <a:xfrm>
            <a:off x="677335" y="2700867"/>
            <a:ext cx="8596668" cy="1826581"/>
          </a:xfrm>
        </p:spPr>
        <p:txBody>
          <a:bodyPr anchor="b"/>
          <a:lstStyle>
            <a:lvl1pPr algn="l">
              <a:defRPr b="0" cap="none" sz="4000"/>
            </a:lvl1pPr>
          </a:lstStyle>
          <a:p>
            <a:r>
              <a:rPr lang="en-US"/>
              <a:t>Click to edit Master title style</a:t>
            </a:r>
            <a:endParaRPr dirty="0" lang="en-US"/>
          </a:p>
        </p:txBody>
      </p:sp>
      <p:sp>
        <p:nvSpPr>
          <p:cNvPr id="1048732" name="Text Placeholder 2"/>
          <p:cNvSpPr>
            <a:spLocks noGrp="1"/>
          </p:cNvSpPr>
          <p:nvPr>
            <p:ph type="body" idx="1"/>
          </p:nvPr>
        </p:nvSpPr>
        <p:spPr>
          <a:xfrm>
            <a:off x="677335" y="4527448"/>
            <a:ext cx="8596668" cy="860400"/>
          </a:xfrm>
        </p:spPr>
        <p:txBody>
          <a:bodyPr anchor="t"/>
          <a:lstStyle>
            <a:lvl1pPr algn="l" indent="0" marL="0">
              <a:buNone/>
              <a:defRPr sz="2000">
                <a:solidFill>
                  <a:schemeClr val="tx1">
                    <a:lumMod val="50000"/>
                    <a:lumOff val="50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a:t>Click to edit Master text styles</a:t>
            </a:r>
          </a:p>
        </p:txBody>
      </p:sp>
      <p:sp>
        <p:nvSpPr>
          <p:cNvPr id="1048733" name="Date Placeholder 3"/>
          <p:cNvSpPr>
            <a:spLocks noGrp="1"/>
          </p:cNvSpPr>
          <p:nvPr>
            <p:ph type="dt" sz="half" idx="10"/>
          </p:nvPr>
        </p:nvSpPr>
        <p:spPr/>
        <p:txBody>
          <a:bodyPr/>
          <a:p>
            <a:fld id="{B61BEF0D-F0BB-DE4B-95CE-6DB70DBA9567}" type="datetimeFigureOut">
              <a:rPr lang="en-US" smtClean="0"/>
              <a:t>9/2/2026</a:t>
            </a:fld>
            <a:endParaRPr dirty="0" lang="en-US"/>
          </a:p>
        </p:txBody>
      </p:sp>
      <p:sp>
        <p:nvSpPr>
          <p:cNvPr id="1048734" name="Footer Placeholder 4"/>
          <p:cNvSpPr>
            <a:spLocks noGrp="1"/>
          </p:cNvSpPr>
          <p:nvPr>
            <p:ph type="ftr" sz="quarter" idx="11"/>
          </p:nvPr>
        </p:nvSpPr>
        <p:spPr/>
        <p:txBody>
          <a:bodyPr/>
          <a:p>
            <a:endParaRPr dirty="0" lang="en-US"/>
          </a:p>
        </p:txBody>
      </p:sp>
      <p:sp>
        <p:nvSpPr>
          <p:cNvPr id="1048735" name="Slide Number Placeholder 5"/>
          <p:cNvSpPr>
            <a:spLocks noGrp="1"/>
          </p:cNvSpPr>
          <p:nvPr>
            <p:ph type="sldNum" sz="quarter" idx="12"/>
          </p:nvPr>
        </p:nvSpPr>
        <p:spPr/>
        <p:txBody>
          <a:bodyPr/>
          <a:p>
            <a:fld id="{D57F1E4F-1CFF-5643-939E-217C01CDF565}" type="slidenum">
              <a:rPr lang="en-US" smtClean="0"/>
              <a:t>‹#›</a:t>
            </a:fld>
            <a:endParaRPr dirty="0" lang="en-US"/>
          </a:p>
        </p:txBody>
      </p:sp>
    </p:spTree>
  </p:cSld>
  <p:clrMapOvr>
    <a:masterClrMapping/>
  </p:clrMapOvr>
  <p:hf dt="0" ftr="0" hdr="0" sldNum="1"/>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74" name=""/>
        <p:cNvGrpSpPr/>
        <p:nvPr/>
      </p:nvGrpSpPr>
      <p:grpSpPr>
        <a:xfrm>
          <a:off x="0" y="0"/>
          <a:ext cx="0" cy="0"/>
          <a:chOff x="0" y="0"/>
          <a:chExt cx="0" cy="0"/>
        </a:xfrm>
      </p:grpSpPr>
      <p:sp>
        <p:nvSpPr>
          <p:cNvPr id="1048762" name="Title 1"/>
          <p:cNvSpPr>
            <a:spLocks noGrp="1"/>
          </p:cNvSpPr>
          <p:nvPr>
            <p:ph type="title"/>
          </p:nvPr>
        </p:nvSpPr>
        <p:spPr/>
        <p:txBody>
          <a:bodyPr/>
          <a:p>
            <a:r>
              <a:rPr lang="en-US"/>
              <a:t>Click to edit Master title style</a:t>
            </a:r>
            <a:endParaRPr dirty="0" lang="en-US"/>
          </a:p>
        </p:txBody>
      </p:sp>
      <p:sp>
        <p:nvSpPr>
          <p:cNvPr id="1048763" name="Content Placeholder 2"/>
          <p:cNvSpPr>
            <a:spLocks noGrp="1"/>
          </p:cNvSpPr>
          <p:nvPr>
            <p:ph sz="half" idx="1"/>
          </p:nvPr>
        </p:nvSpPr>
        <p:spPr>
          <a:xfrm>
            <a:off x="677334" y="2160589"/>
            <a:ext cx="4184035" cy="3880772"/>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764" name="Content Placeholder 3"/>
          <p:cNvSpPr>
            <a:spLocks noGrp="1"/>
          </p:cNvSpPr>
          <p:nvPr>
            <p:ph sz="half" idx="2"/>
          </p:nvPr>
        </p:nvSpPr>
        <p:spPr>
          <a:xfrm>
            <a:off x="5089970" y="2160589"/>
            <a:ext cx="4184034" cy="3880773"/>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765" name="Date Placeholder 4"/>
          <p:cNvSpPr>
            <a:spLocks noGrp="1"/>
          </p:cNvSpPr>
          <p:nvPr>
            <p:ph type="dt" sz="half" idx="10"/>
          </p:nvPr>
        </p:nvSpPr>
        <p:spPr/>
        <p:txBody>
          <a:bodyPr/>
          <a:p>
            <a:fld id="{EB712588-04B1-427B-82EE-E8DB90309F08}" type="datetimeFigureOut">
              <a:rPr lang="en-US" smtClean="0"/>
              <a:t>9/2/2026</a:t>
            </a:fld>
            <a:endParaRPr dirty="0" lang="en-US"/>
          </a:p>
        </p:txBody>
      </p:sp>
      <p:sp>
        <p:nvSpPr>
          <p:cNvPr id="1048766" name="Footer Placeholder 5"/>
          <p:cNvSpPr>
            <a:spLocks noGrp="1"/>
          </p:cNvSpPr>
          <p:nvPr>
            <p:ph type="ftr" sz="quarter" idx="11"/>
          </p:nvPr>
        </p:nvSpPr>
        <p:spPr/>
        <p:txBody>
          <a:bodyPr/>
          <a:p>
            <a:endParaRPr dirty="0" lang="en-US"/>
          </a:p>
        </p:txBody>
      </p:sp>
      <p:sp>
        <p:nvSpPr>
          <p:cNvPr id="1048767" name="Slide Number Placeholder 6"/>
          <p:cNvSpPr>
            <a:spLocks noGrp="1"/>
          </p:cNvSpPr>
          <p:nvPr>
            <p:ph type="sldNum" sz="quarter" idx="12"/>
          </p:nvPr>
        </p:nvSpPr>
        <p:spPr/>
        <p:txBody>
          <a:bodyPr/>
          <a:p>
            <a:fld id="{6FF9F0C5-380F-41C2-899A-BAC0F0927E16}" type="slidenum">
              <a:rPr lang="en-US" smtClean="0"/>
              <a:t>‹#›</a:t>
            </a:fld>
            <a:endParaRPr dirty="0" lang="en-US"/>
          </a:p>
        </p:txBody>
      </p:sp>
    </p:spTree>
  </p:cSld>
  <p:clrMapOvr>
    <a:masterClrMapping/>
  </p:clrMapOvr>
  <p:hf dt="0" ftr="0" hdr="0" sldNum="1"/>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69" name=""/>
        <p:cNvGrpSpPr/>
        <p:nvPr/>
      </p:nvGrpSpPr>
      <p:grpSpPr>
        <a:xfrm>
          <a:off x="0" y="0"/>
          <a:ext cx="0" cy="0"/>
          <a:chOff x="0" y="0"/>
          <a:chExt cx="0" cy="0"/>
        </a:xfrm>
      </p:grpSpPr>
      <p:sp>
        <p:nvSpPr>
          <p:cNvPr id="1048736" name="Title 1"/>
          <p:cNvSpPr>
            <a:spLocks noGrp="1"/>
          </p:cNvSpPr>
          <p:nvPr>
            <p:ph type="title"/>
          </p:nvPr>
        </p:nvSpPr>
        <p:spPr/>
        <p:txBody>
          <a:bodyPr/>
          <a:p>
            <a:r>
              <a:rPr lang="en-US"/>
              <a:t>Click to edit Master title style</a:t>
            </a:r>
            <a:endParaRPr dirty="0" lang="en-US"/>
          </a:p>
        </p:txBody>
      </p:sp>
      <p:sp>
        <p:nvSpPr>
          <p:cNvPr id="1048737" name="Text Placeholder 2"/>
          <p:cNvSpPr>
            <a:spLocks noGrp="1"/>
          </p:cNvSpPr>
          <p:nvPr>
            <p:ph type="body" idx="1"/>
          </p:nvPr>
        </p:nvSpPr>
        <p:spPr>
          <a:xfrm>
            <a:off x="675745" y="2160983"/>
            <a:ext cx="4185623" cy="576262"/>
          </a:xfrm>
        </p:spPr>
        <p:txBody>
          <a:bodyPr anchor="b">
            <a:noAutofit/>
          </a:bodyPr>
          <a:lstStyle>
            <a:lvl1pPr indent="0" marL="0">
              <a:buNone/>
              <a:defRPr b="0"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738" name="Content Placeholder 3"/>
          <p:cNvSpPr>
            <a:spLocks noGrp="1"/>
          </p:cNvSpPr>
          <p:nvPr>
            <p:ph sz="half" idx="2"/>
          </p:nvPr>
        </p:nvSpPr>
        <p:spPr>
          <a:xfrm>
            <a:off x="675745" y="2737245"/>
            <a:ext cx="4185623" cy="3304117"/>
          </a:xfrm>
        </p:spPr>
        <p:txBody>
          <a:bodyPr>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739" name="Text Placeholder 4"/>
          <p:cNvSpPr>
            <a:spLocks noGrp="1"/>
          </p:cNvSpPr>
          <p:nvPr>
            <p:ph type="body" sz="quarter" idx="3"/>
          </p:nvPr>
        </p:nvSpPr>
        <p:spPr>
          <a:xfrm>
            <a:off x="5088383" y="2160983"/>
            <a:ext cx="4185618" cy="576262"/>
          </a:xfrm>
        </p:spPr>
        <p:txBody>
          <a:bodyPr anchor="b">
            <a:noAutofit/>
          </a:bodyPr>
          <a:lstStyle>
            <a:lvl1pPr indent="0" marL="0">
              <a:buNone/>
              <a:defRPr b="0"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740" name="Content Placeholder 5"/>
          <p:cNvSpPr>
            <a:spLocks noGrp="1"/>
          </p:cNvSpPr>
          <p:nvPr>
            <p:ph sz="quarter" idx="4"/>
          </p:nvPr>
        </p:nvSpPr>
        <p:spPr>
          <a:xfrm>
            <a:off x="5088384" y="2737245"/>
            <a:ext cx="4185617" cy="3304117"/>
          </a:xfrm>
        </p:spPr>
        <p:txBody>
          <a:bodyPr>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741" name="Date Placeholder 6"/>
          <p:cNvSpPr>
            <a:spLocks noGrp="1"/>
          </p:cNvSpPr>
          <p:nvPr>
            <p:ph type="dt" sz="half" idx="10"/>
          </p:nvPr>
        </p:nvSpPr>
        <p:spPr/>
        <p:txBody>
          <a:bodyPr/>
          <a:p>
            <a:fld id="{B61BEF0D-F0BB-DE4B-95CE-6DB70DBA9567}" type="datetimeFigureOut">
              <a:rPr lang="en-US" smtClean="0"/>
              <a:t>9/2/2026</a:t>
            </a:fld>
            <a:endParaRPr dirty="0" lang="en-US"/>
          </a:p>
        </p:txBody>
      </p:sp>
      <p:sp>
        <p:nvSpPr>
          <p:cNvPr id="1048742" name="Footer Placeholder 7"/>
          <p:cNvSpPr>
            <a:spLocks noGrp="1"/>
          </p:cNvSpPr>
          <p:nvPr>
            <p:ph type="ftr" sz="quarter" idx="11"/>
          </p:nvPr>
        </p:nvSpPr>
        <p:spPr/>
        <p:txBody>
          <a:bodyPr/>
          <a:p>
            <a:endParaRPr dirty="0" lang="en-US"/>
          </a:p>
        </p:txBody>
      </p:sp>
      <p:sp>
        <p:nvSpPr>
          <p:cNvPr id="1048743" name="Slide Number Placeholder 8"/>
          <p:cNvSpPr>
            <a:spLocks noGrp="1"/>
          </p:cNvSpPr>
          <p:nvPr>
            <p:ph type="sldNum" sz="quarter" idx="12"/>
          </p:nvPr>
        </p:nvSpPr>
        <p:spPr/>
        <p:txBody>
          <a:bodyPr/>
          <a:p>
            <a:fld id="{D57F1E4F-1CFF-5643-939E-217C01CDF565}" type="slidenum">
              <a:rPr lang="en-US" smtClean="0"/>
              <a:t>‹#›</a:t>
            </a:fld>
            <a:endParaRPr dirty="0" lang="en-US"/>
          </a:p>
        </p:txBody>
      </p:sp>
    </p:spTree>
  </p:cSld>
  <p:clrMapOvr>
    <a:masterClrMapping/>
  </p:clrMapOvr>
  <p:hf dt="0" ftr="0" hdr="0" sldNum="1"/>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62" name=""/>
        <p:cNvGrpSpPr/>
        <p:nvPr/>
      </p:nvGrpSpPr>
      <p:grpSpPr>
        <a:xfrm>
          <a:off x="0" y="0"/>
          <a:ext cx="0" cy="0"/>
          <a:chOff x="0" y="0"/>
          <a:chExt cx="0" cy="0"/>
        </a:xfrm>
      </p:grpSpPr>
      <p:sp>
        <p:nvSpPr>
          <p:cNvPr id="1048696" name="Title 1"/>
          <p:cNvSpPr>
            <a:spLocks noGrp="1"/>
          </p:cNvSpPr>
          <p:nvPr>
            <p:ph type="title"/>
          </p:nvPr>
        </p:nvSpPr>
        <p:spPr>
          <a:xfrm>
            <a:off x="677334" y="609600"/>
            <a:ext cx="8596668" cy="1320800"/>
          </a:xfrm>
        </p:spPr>
        <p:txBody>
          <a:bodyPr/>
          <a:p>
            <a:r>
              <a:rPr lang="en-US"/>
              <a:t>Click to edit Master title style</a:t>
            </a:r>
            <a:endParaRPr dirty="0" lang="en-US"/>
          </a:p>
        </p:txBody>
      </p:sp>
      <p:sp>
        <p:nvSpPr>
          <p:cNvPr id="1048697" name="Date Placeholder 2"/>
          <p:cNvSpPr>
            <a:spLocks noGrp="1"/>
          </p:cNvSpPr>
          <p:nvPr>
            <p:ph type="dt" sz="half" idx="10"/>
          </p:nvPr>
        </p:nvSpPr>
        <p:spPr/>
        <p:txBody>
          <a:bodyPr/>
          <a:p>
            <a:fld id="{B61BEF0D-F0BB-DE4B-95CE-6DB70DBA9567}" type="datetimeFigureOut">
              <a:rPr lang="en-US" smtClean="0"/>
              <a:t>9/2/2026</a:t>
            </a:fld>
            <a:endParaRPr dirty="0" lang="en-US"/>
          </a:p>
        </p:txBody>
      </p:sp>
      <p:sp>
        <p:nvSpPr>
          <p:cNvPr id="1048698" name="Footer Placeholder 3"/>
          <p:cNvSpPr>
            <a:spLocks noGrp="1"/>
          </p:cNvSpPr>
          <p:nvPr>
            <p:ph type="ftr" sz="quarter" idx="11"/>
          </p:nvPr>
        </p:nvSpPr>
        <p:spPr/>
        <p:txBody>
          <a:bodyPr/>
          <a:p>
            <a:endParaRPr dirty="0" lang="en-US"/>
          </a:p>
        </p:txBody>
      </p:sp>
      <p:sp>
        <p:nvSpPr>
          <p:cNvPr id="1048699" name="Slide Number Placeholder 4"/>
          <p:cNvSpPr>
            <a:spLocks noGrp="1"/>
          </p:cNvSpPr>
          <p:nvPr>
            <p:ph type="sldNum" sz="quarter" idx="12"/>
          </p:nvPr>
        </p:nvSpPr>
        <p:spPr/>
        <p:txBody>
          <a:bodyPr/>
          <a:p>
            <a:fld id="{D57F1E4F-1CFF-5643-939E-217C01CDF565}" type="slidenum">
              <a:rPr lang="en-US" smtClean="0"/>
              <a:t>‹#›</a:t>
            </a:fld>
            <a:endParaRPr dirty="0" lang="en-US"/>
          </a:p>
        </p:txBody>
      </p:sp>
    </p:spTree>
  </p:cSld>
  <p:clrMapOvr>
    <a:masterClrMapping/>
  </p:clrMapOvr>
  <p:hf dt="0" ftr="0" hdr="0" sldNum="1"/>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70" name=""/>
        <p:cNvGrpSpPr/>
        <p:nvPr/>
      </p:nvGrpSpPr>
      <p:grpSpPr>
        <a:xfrm>
          <a:off x="0" y="0"/>
          <a:ext cx="0" cy="0"/>
          <a:chOff x="0" y="0"/>
          <a:chExt cx="0" cy="0"/>
        </a:xfrm>
      </p:grpSpPr>
      <p:sp>
        <p:nvSpPr>
          <p:cNvPr id="1048744" name="Date Placeholder 1"/>
          <p:cNvSpPr>
            <a:spLocks noGrp="1"/>
          </p:cNvSpPr>
          <p:nvPr>
            <p:ph type="dt" sz="half" idx="10"/>
          </p:nvPr>
        </p:nvSpPr>
        <p:spPr/>
        <p:txBody>
          <a:bodyPr/>
          <a:p>
            <a:fld id="{B61BEF0D-F0BB-DE4B-95CE-6DB70DBA9567}" type="datetimeFigureOut">
              <a:rPr lang="en-US" smtClean="0"/>
              <a:t>9/2/2026</a:t>
            </a:fld>
            <a:endParaRPr dirty="0" lang="en-US"/>
          </a:p>
        </p:txBody>
      </p:sp>
      <p:sp>
        <p:nvSpPr>
          <p:cNvPr id="1048745" name="Footer Placeholder 2"/>
          <p:cNvSpPr>
            <a:spLocks noGrp="1"/>
          </p:cNvSpPr>
          <p:nvPr>
            <p:ph type="ftr" sz="quarter" idx="11"/>
          </p:nvPr>
        </p:nvSpPr>
        <p:spPr/>
        <p:txBody>
          <a:bodyPr/>
          <a:p>
            <a:endParaRPr dirty="0" lang="en-US"/>
          </a:p>
        </p:txBody>
      </p:sp>
      <p:sp>
        <p:nvSpPr>
          <p:cNvPr id="1048746" name="Slide Number Placeholder 3"/>
          <p:cNvSpPr>
            <a:spLocks noGrp="1"/>
          </p:cNvSpPr>
          <p:nvPr>
            <p:ph type="sldNum" sz="quarter" idx="12"/>
          </p:nvPr>
        </p:nvSpPr>
        <p:spPr/>
        <p:txBody>
          <a:bodyPr/>
          <a:p>
            <a:fld id="{D57F1E4F-1CFF-5643-939E-217C01CDF565}" type="slidenum">
              <a:rPr lang="en-US" smtClean="0"/>
              <a:t>‹#›</a:t>
            </a:fld>
            <a:endParaRPr dirty="0" lang="en-US"/>
          </a:p>
        </p:txBody>
      </p:sp>
    </p:spTree>
  </p:cSld>
  <p:clrMapOvr>
    <a:masterClrMapping/>
  </p:clrMapOvr>
  <p:hf dt="0" ftr="0" hdr="0" sldNum="1"/>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76" name=""/>
        <p:cNvGrpSpPr/>
        <p:nvPr/>
      </p:nvGrpSpPr>
      <p:grpSpPr>
        <a:xfrm>
          <a:off x="0" y="0"/>
          <a:ext cx="0" cy="0"/>
          <a:chOff x="0" y="0"/>
          <a:chExt cx="0" cy="0"/>
        </a:xfrm>
      </p:grpSpPr>
      <p:sp>
        <p:nvSpPr>
          <p:cNvPr id="1048774"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dirty="0" lang="en-US"/>
          </a:p>
        </p:txBody>
      </p:sp>
      <p:sp>
        <p:nvSpPr>
          <p:cNvPr id="1048775" name="Content Placeholder 2"/>
          <p:cNvSpPr>
            <a:spLocks noGrp="1"/>
          </p:cNvSpPr>
          <p:nvPr>
            <p:ph idx="1"/>
          </p:nvPr>
        </p:nvSpPr>
        <p:spPr>
          <a:xfrm>
            <a:off x="4760461" y="514924"/>
            <a:ext cx="4513541" cy="5526437"/>
          </a:xfrm>
        </p:spPr>
        <p:txBody>
          <a:bodyPr>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776" name="Text Placeholder 3"/>
          <p:cNvSpPr>
            <a:spLocks noGrp="1"/>
          </p:cNvSpPr>
          <p:nvPr>
            <p:ph type="body" sz="half" idx="2"/>
          </p:nvPr>
        </p:nvSpPr>
        <p:spPr>
          <a:xfrm>
            <a:off x="677334" y="2777069"/>
            <a:ext cx="3854528" cy="2584449"/>
          </a:xfrm>
        </p:spPr>
        <p:txBody>
          <a:bodyPr>
            <a:normAutofit/>
          </a:bodyPr>
          <a:lstStyle>
            <a:lvl1pPr indent="0" marL="0">
              <a:buNone/>
              <a:defRPr sz="1400"/>
            </a:lvl1pPr>
            <a:lvl2pPr indent="0" marL="457063">
              <a:buNone/>
              <a:defRPr sz="1400"/>
            </a:lvl2pPr>
            <a:lvl3pPr indent="0" marL="914126">
              <a:buNone/>
              <a:defRPr sz="1200"/>
            </a:lvl3pPr>
            <a:lvl4pPr indent="0" marL="1371189">
              <a:buNone/>
              <a:defRPr sz="1000"/>
            </a:lvl4pPr>
            <a:lvl5pPr indent="0" marL="1828251">
              <a:buNone/>
              <a:defRPr sz="1000"/>
            </a:lvl5pPr>
            <a:lvl6pPr indent="0" marL="2285314">
              <a:buNone/>
              <a:defRPr sz="1000"/>
            </a:lvl6pPr>
            <a:lvl7pPr indent="0" marL="2742377">
              <a:buNone/>
              <a:defRPr sz="1000"/>
            </a:lvl7pPr>
            <a:lvl8pPr indent="0" marL="3199440">
              <a:buNone/>
              <a:defRPr sz="1000"/>
            </a:lvl8pPr>
            <a:lvl9pPr indent="0" marL="3656503">
              <a:buNone/>
              <a:defRPr sz="1000"/>
            </a:lvl9pPr>
          </a:lstStyle>
          <a:p>
            <a:pPr lvl="0"/>
            <a:r>
              <a:rPr lang="en-US"/>
              <a:t>Click to edit Master text styles</a:t>
            </a:r>
          </a:p>
        </p:txBody>
      </p:sp>
      <p:sp>
        <p:nvSpPr>
          <p:cNvPr id="1048777" name="Date Placeholder 4"/>
          <p:cNvSpPr>
            <a:spLocks noGrp="1"/>
          </p:cNvSpPr>
          <p:nvPr>
            <p:ph type="dt" sz="half" idx="10"/>
          </p:nvPr>
        </p:nvSpPr>
        <p:spPr/>
        <p:txBody>
          <a:bodyPr/>
          <a:p>
            <a:fld id="{42A54C80-263E-416B-A8E0-580EDEADCBDC}" type="datetimeFigureOut">
              <a:rPr lang="en-US" smtClean="0"/>
              <a:t>9/2/2026</a:t>
            </a:fld>
            <a:endParaRPr dirty="0" lang="en-US"/>
          </a:p>
        </p:txBody>
      </p:sp>
      <p:sp>
        <p:nvSpPr>
          <p:cNvPr id="1048778" name="Footer Placeholder 5"/>
          <p:cNvSpPr>
            <a:spLocks noGrp="1"/>
          </p:cNvSpPr>
          <p:nvPr>
            <p:ph type="ftr" sz="quarter" idx="11"/>
          </p:nvPr>
        </p:nvSpPr>
        <p:spPr/>
        <p:txBody>
          <a:bodyPr/>
          <a:p>
            <a:endParaRPr dirty="0" lang="en-US"/>
          </a:p>
        </p:txBody>
      </p:sp>
      <p:sp>
        <p:nvSpPr>
          <p:cNvPr id="1048779" name="Slide Number Placeholder 6"/>
          <p:cNvSpPr>
            <a:spLocks noGrp="1"/>
          </p:cNvSpPr>
          <p:nvPr>
            <p:ph type="sldNum" sz="quarter" idx="12"/>
          </p:nvPr>
        </p:nvSpPr>
        <p:spPr/>
        <p:txBody>
          <a:bodyPr/>
          <a:p>
            <a:fld id="{519954A3-9DFD-4C44-94BA-B95130A3BA1C}" type="slidenum">
              <a:rPr lang="en-US" smtClean="0"/>
              <a:t>‹#›</a:t>
            </a:fld>
            <a:endParaRPr dirty="0" lang="en-US"/>
          </a:p>
        </p:txBody>
      </p:sp>
    </p:spTree>
  </p:cSld>
  <p:clrMapOvr>
    <a:masterClrMapping/>
  </p:clrMapOvr>
  <p:hf dt="0" ftr="0" hdr="0" sldNum="1"/>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66" name=""/>
        <p:cNvGrpSpPr/>
        <p:nvPr/>
      </p:nvGrpSpPr>
      <p:grpSpPr>
        <a:xfrm>
          <a:off x="0" y="0"/>
          <a:ext cx="0" cy="0"/>
          <a:chOff x="0" y="0"/>
          <a:chExt cx="0" cy="0"/>
        </a:xfrm>
      </p:grpSpPr>
      <p:sp>
        <p:nvSpPr>
          <p:cNvPr id="1048720" name="Title 1"/>
          <p:cNvSpPr>
            <a:spLocks noGrp="1"/>
          </p:cNvSpPr>
          <p:nvPr>
            <p:ph type="title"/>
          </p:nvPr>
        </p:nvSpPr>
        <p:spPr>
          <a:xfrm>
            <a:off x="677334" y="4800600"/>
            <a:ext cx="8596667" cy="566738"/>
          </a:xfrm>
        </p:spPr>
        <p:txBody>
          <a:bodyPr anchor="b">
            <a:normAutofit/>
          </a:bodyPr>
          <a:lstStyle>
            <a:lvl1pPr algn="l">
              <a:defRPr b="0" sz="2400"/>
            </a:lvl1pPr>
          </a:lstStyle>
          <a:p>
            <a:r>
              <a:rPr lang="en-US"/>
              <a:t>Click to edit Master title style</a:t>
            </a:r>
            <a:endParaRPr dirty="0" lang="en-US"/>
          </a:p>
        </p:txBody>
      </p:sp>
      <p:sp>
        <p:nvSpPr>
          <p:cNvPr id="1048721" name="Picture Placeholder 2"/>
          <p:cNvSpPr>
            <a:spLocks noChangeAspect="1" noGrp="1"/>
          </p:cNvSpPr>
          <p:nvPr>
            <p:ph type="pic" idx="1"/>
          </p:nvPr>
        </p:nvSpPr>
        <p:spPr>
          <a:xfrm>
            <a:off x="677334" y="609600"/>
            <a:ext cx="8596668" cy="3845718"/>
          </a:xfrm>
        </p:spPr>
        <p:txBody>
          <a:bodyPr anchor="t">
            <a:normAutofit/>
          </a:bodyPr>
          <a:lstStyle>
            <a:lvl1pPr algn="ctr" indent="0" marL="0">
              <a:buNone/>
              <a:defRPr sz="1600"/>
            </a:lvl1pPr>
            <a:lvl2pPr indent="0" marL="457200">
              <a:buNone/>
              <a:defRPr sz="1600"/>
            </a:lvl2pPr>
            <a:lvl3pPr indent="0" marL="914400">
              <a:buNone/>
              <a:defRPr sz="1600"/>
            </a:lvl3pPr>
            <a:lvl4pPr indent="0" marL="1371600">
              <a:buNone/>
              <a:defRPr sz="1600"/>
            </a:lvl4pPr>
            <a:lvl5pPr indent="0" marL="1828800">
              <a:buNone/>
              <a:defRPr sz="1600"/>
            </a:lvl5pPr>
            <a:lvl6pPr indent="0" marL="2286000">
              <a:buNone/>
              <a:defRPr sz="1600"/>
            </a:lvl6pPr>
            <a:lvl7pPr indent="0" marL="2743200">
              <a:buNone/>
              <a:defRPr sz="1600"/>
            </a:lvl7pPr>
            <a:lvl8pPr indent="0" marL="3200400">
              <a:buNone/>
              <a:defRPr sz="1600"/>
            </a:lvl8pPr>
            <a:lvl9pPr indent="0" marL="3657600">
              <a:buNone/>
              <a:defRPr sz="1600"/>
            </a:lvl9pPr>
          </a:lstStyle>
          <a:p>
            <a:r>
              <a:rPr lang="en-US"/>
              <a:t>Click icon to add picture</a:t>
            </a:r>
            <a:endParaRPr dirty="0" lang="en-US"/>
          </a:p>
        </p:txBody>
      </p:sp>
      <p:sp>
        <p:nvSpPr>
          <p:cNvPr id="1048722" name="Text Placeholder 3"/>
          <p:cNvSpPr>
            <a:spLocks noGrp="1"/>
          </p:cNvSpPr>
          <p:nvPr>
            <p:ph type="body" sz="half" idx="2"/>
          </p:nvPr>
        </p:nvSpPr>
        <p:spPr>
          <a:xfrm>
            <a:off x="677334" y="5367338"/>
            <a:ext cx="8596667" cy="674024"/>
          </a:xfrm>
        </p:spPr>
        <p:txBody>
          <a:bodyPr>
            <a:normAutofit/>
          </a:bodyPr>
          <a:lstStyle>
            <a:lvl1pPr indent="0" marL="0">
              <a:buNone/>
              <a:defRPr sz="12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723" name="Footer Placeholder 5"/>
          <p:cNvSpPr>
            <a:spLocks noGrp="1"/>
          </p:cNvSpPr>
          <p:nvPr>
            <p:ph type="ftr" sz="quarter" idx="11"/>
          </p:nvPr>
        </p:nvSpPr>
        <p:spPr/>
        <p:txBody>
          <a:bodyPr/>
          <a:p>
            <a:endParaRPr dirty="0" lang="en-US"/>
          </a:p>
        </p:txBody>
      </p:sp>
      <p:sp>
        <p:nvSpPr>
          <p:cNvPr id="1048724" name="Slide Number Placeholder 6"/>
          <p:cNvSpPr>
            <a:spLocks noGrp="1"/>
          </p:cNvSpPr>
          <p:nvPr>
            <p:ph type="sldNum" sz="quarter" idx="12"/>
          </p:nvPr>
        </p:nvSpPr>
        <p:spPr/>
        <p:txBody>
          <a:bodyPr/>
          <a:p>
            <a:fld id="{D57F1E4F-1CFF-5643-939E-217C01CDF565}" type="slidenum">
              <a:rPr lang="en-US" smtClean="0"/>
              <a:t>‹#›</a:t>
            </a:fld>
            <a:endParaRPr dirty="0" lang="en-US"/>
          </a:p>
        </p:txBody>
      </p:sp>
      <p:sp>
        <p:nvSpPr>
          <p:cNvPr id="1048725" name="Date Placeholder 4"/>
          <p:cNvSpPr>
            <a:spLocks noGrp="1"/>
          </p:cNvSpPr>
          <p:nvPr>
            <p:ph type="dt" sz="half" idx="10"/>
          </p:nvPr>
        </p:nvSpPr>
        <p:spPr/>
        <p:txBody>
          <a:bodyPr/>
          <a:p>
            <a:fld id="{B61BEF0D-F0BB-DE4B-95CE-6DB70DBA9567}" type="datetimeFigureOut">
              <a:rPr lang="en-US" smtClean="0"/>
              <a:t>9/2/2026</a:t>
            </a:fld>
            <a:endParaRPr dirty="0" lang="en-US"/>
          </a:p>
        </p:txBody>
      </p:sp>
    </p:spTree>
  </p:cSld>
  <p:clrMapOvr>
    <a:masterClrMapping/>
  </p:clrMapOvr>
  <p:hf dt="0" ftr="0" hdr="0" sldNum="1"/>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73" name=""/>
        <p:cNvGrpSpPr/>
        <p:nvPr/>
      </p:nvGrpSpPr>
      <p:grpSpPr>
        <a:xfrm>
          <a:off x="0" y="0"/>
          <a:ext cx="0" cy="0"/>
          <a:chOff x="0" y="0"/>
          <a:chExt cx="0" cy="0"/>
        </a:xfrm>
      </p:grpSpPr>
      <p:sp>
        <p:nvSpPr>
          <p:cNvPr id="1048757" name="Title 1"/>
          <p:cNvSpPr>
            <a:spLocks noGrp="1"/>
          </p:cNvSpPr>
          <p:nvPr>
            <p:ph type="title"/>
          </p:nvPr>
        </p:nvSpPr>
        <p:spPr>
          <a:xfrm>
            <a:off x="677335" y="609600"/>
            <a:ext cx="8596668" cy="3403600"/>
          </a:xfrm>
        </p:spPr>
        <p:txBody>
          <a:bodyPr anchor="ctr">
            <a:normAutofit/>
          </a:bodyPr>
          <a:lstStyle>
            <a:lvl1pPr algn="l">
              <a:defRPr b="0" cap="none" sz="4400"/>
            </a:lvl1pPr>
          </a:lstStyle>
          <a:p>
            <a:r>
              <a:rPr lang="en-US"/>
              <a:t>Click to edit Master title style</a:t>
            </a:r>
            <a:endParaRPr dirty="0" lang="en-US"/>
          </a:p>
        </p:txBody>
      </p:sp>
      <p:sp>
        <p:nvSpPr>
          <p:cNvPr id="1048758" name="Text Placeholder 2"/>
          <p:cNvSpPr>
            <a:spLocks noGrp="1"/>
          </p:cNvSpPr>
          <p:nvPr>
            <p:ph type="body" idx="1"/>
          </p:nvPr>
        </p:nvSpPr>
        <p:spPr>
          <a:xfrm>
            <a:off x="677335" y="4470400"/>
            <a:ext cx="8596668" cy="1570962"/>
          </a:xfrm>
        </p:spPr>
        <p:txBody>
          <a:bodyPr anchor="ctr">
            <a:normAutofit/>
          </a:bodyPr>
          <a:lstStyle>
            <a:lvl1pPr algn="l" indent="0" marL="0">
              <a:buNone/>
              <a:defRPr sz="1800">
                <a:solidFill>
                  <a:schemeClr val="tx1">
                    <a:lumMod val="75000"/>
                    <a:lumOff val="2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a:t>Click to edit Master text styles</a:t>
            </a:r>
          </a:p>
        </p:txBody>
      </p:sp>
      <p:sp>
        <p:nvSpPr>
          <p:cNvPr id="1048759" name="Date Placeholder 3"/>
          <p:cNvSpPr>
            <a:spLocks noGrp="1"/>
          </p:cNvSpPr>
          <p:nvPr>
            <p:ph type="dt" sz="half" idx="10"/>
          </p:nvPr>
        </p:nvSpPr>
        <p:spPr/>
        <p:txBody>
          <a:bodyPr/>
          <a:p>
            <a:fld id="{B61BEF0D-F0BB-DE4B-95CE-6DB70DBA9567}" type="datetimeFigureOut">
              <a:rPr lang="en-US" smtClean="0"/>
              <a:t>9/2/2026</a:t>
            </a:fld>
            <a:endParaRPr dirty="0" lang="en-US"/>
          </a:p>
        </p:txBody>
      </p:sp>
      <p:sp>
        <p:nvSpPr>
          <p:cNvPr id="1048760" name="Footer Placeholder 4"/>
          <p:cNvSpPr>
            <a:spLocks noGrp="1"/>
          </p:cNvSpPr>
          <p:nvPr>
            <p:ph type="ftr" sz="quarter" idx="11"/>
          </p:nvPr>
        </p:nvSpPr>
        <p:spPr/>
        <p:txBody>
          <a:bodyPr/>
          <a:p>
            <a:endParaRPr dirty="0" lang="en-US"/>
          </a:p>
        </p:txBody>
      </p:sp>
      <p:sp>
        <p:nvSpPr>
          <p:cNvPr id="1048761" name="Slide Number Placeholder 5"/>
          <p:cNvSpPr>
            <a:spLocks noGrp="1"/>
          </p:cNvSpPr>
          <p:nvPr>
            <p:ph type="sldNum" sz="quarter" idx="12"/>
          </p:nvPr>
        </p:nvSpPr>
        <p:spPr/>
        <p:txBody>
          <a:bodyPr/>
          <a:p>
            <a:fld id="{D57F1E4F-1CFF-5643-939E-217C01CDF565}" type="slidenum">
              <a:rPr lang="en-US" smtClean="0"/>
              <a:t>‹#›</a:t>
            </a:fld>
            <a:endParaRPr dirty="0" lang="en-US"/>
          </a:p>
        </p:txBody>
      </p:sp>
    </p:spTree>
  </p:cSld>
  <p:clrMapOvr>
    <a:masterClrMapping/>
  </p:clrMapOvr>
  <p:hf dt="0" ftr="0" hdr="0" sldNum="1"/>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64" name=""/>
        <p:cNvGrpSpPr/>
        <p:nvPr/>
      </p:nvGrpSpPr>
      <p:grpSpPr>
        <a:xfrm>
          <a:off x="0" y="0"/>
          <a:ext cx="0" cy="0"/>
          <a:chOff x="0" y="0"/>
          <a:chExt cx="0" cy="0"/>
        </a:xfrm>
      </p:grpSpPr>
      <p:sp>
        <p:nvSpPr>
          <p:cNvPr id="1048708" name="Title 1"/>
          <p:cNvSpPr>
            <a:spLocks noGrp="1"/>
          </p:cNvSpPr>
          <p:nvPr>
            <p:ph type="title"/>
          </p:nvPr>
        </p:nvSpPr>
        <p:spPr>
          <a:xfrm>
            <a:off x="931334" y="609600"/>
            <a:ext cx="8094134" cy="3022600"/>
          </a:xfrm>
        </p:spPr>
        <p:txBody>
          <a:bodyPr anchor="ctr">
            <a:normAutofit/>
          </a:bodyPr>
          <a:lstStyle>
            <a:lvl1pPr algn="l">
              <a:defRPr b="0" cap="none" sz="4400"/>
            </a:lvl1pPr>
          </a:lstStyle>
          <a:p>
            <a:r>
              <a:rPr lang="en-US"/>
              <a:t>Click to edit Master title style</a:t>
            </a:r>
            <a:endParaRPr dirty="0" lang="en-US"/>
          </a:p>
        </p:txBody>
      </p:sp>
      <p:sp>
        <p:nvSpPr>
          <p:cNvPr id="1048709" name="Text Placeholder 9"/>
          <p:cNvSpPr>
            <a:spLocks noGrp="1"/>
          </p:cNvSpPr>
          <p:nvPr>
            <p:ph type="body" sz="quarter" idx="13"/>
          </p:nvPr>
        </p:nvSpPr>
        <p:spPr>
          <a:xfrm>
            <a:off x="1366139" y="3632200"/>
            <a:ext cx="7224524" cy="381000"/>
          </a:xfrm>
        </p:spPr>
        <p:txBody>
          <a:bodyPr anchor="ctr">
            <a:noAutofit/>
          </a:bodyPr>
          <a:lstStyle>
            <a:lvl1pPr indent="0" marL="0">
              <a:buFontTx/>
              <a:buNone/>
              <a:defRPr sz="1600">
                <a:solidFill>
                  <a:schemeClr val="tx1">
                    <a:lumMod val="50000"/>
                    <a:lumOff val="50000"/>
                  </a:schemeClr>
                </a:solidFill>
              </a:defRPr>
            </a:lvl1pPr>
            <a:lvl2pPr indent="0" marL="457200">
              <a:buFontTx/>
              <a:buNone/>
            </a:lvl2pPr>
            <a:lvl3pPr indent="0" marL="914400">
              <a:buFontTx/>
              <a:buNone/>
            </a:lvl3pPr>
            <a:lvl4pPr indent="0" marL="1371600">
              <a:buFontTx/>
              <a:buNone/>
            </a:lvl4pPr>
            <a:lvl5pPr indent="0" marL="1828800">
              <a:buFontTx/>
              <a:buNone/>
            </a:lvl5pPr>
          </a:lstStyle>
          <a:p>
            <a:pPr lvl="0"/>
            <a:r>
              <a:rPr lang="en-US"/>
              <a:t>Click to edit Master text styles</a:t>
            </a:r>
          </a:p>
        </p:txBody>
      </p:sp>
      <p:sp>
        <p:nvSpPr>
          <p:cNvPr id="1048710" name="Text Placeholder 2"/>
          <p:cNvSpPr>
            <a:spLocks noGrp="1"/>
          </p:cNvSpPr>
          <p:nvPr>
            <p:ph type="body" idx="1"/>
          </p:nvPr>
        </p:nvSpPr>
        <p:spPr>
          <a:xfrm>
            <a:off x="677335" y="4470400"/>
            <a:ext cx="8596668" cy="1570962"/>
          </a:xfrm>
        </p:spPr>
        <p:txBody>
          <a:bodyPr anchor="ctr">
            <a:normAutofit/>
          </a:bodyPr>
          <a:lstStyle>
            <a:lvl1pPr algn="l" indent="0" marL="0">
              <a:buNone/>
              <a:defRPr sz="1800">
                <a:solidFill>
                  <a:schemeClr val="tx1">
                    <a:lumMod val="75000"/>
                    <a:lumOff val="2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a:t>Click to edit Master text styles</a:t>
            </a:r>
          </a:p>
        </p:txBody>
      </p:sp>
      <p:sp>
        <p:nvSpPr>
          <p:cNvPr id="1048711" name="Date Placeholder 3"/>
          <p:cNvSpPr>
            <a:spLocks noGrp="1"/>
          </p:cNvSpPr>
          <p:nvPr>
            <p:ph type="dt" sz="half" idx="10"/>
          </p:nvPr>
        </p:nvSpPr>
        <p:spPr/>
        <p:txBody>
          <a:bodyPr/>
          <a:p>
            <a:fld id="{B61BEF0D-F0BB-DE4B-95CE-6DB70DBA9567}" type="datetimeFigureOut">
              <a:rPr lang="en-US" smtClean="0"/>
              <a:t>9/2/2026</a:t>
            </a:fld>
            <a:endParaRPr dirty="0" lang="en-US"/>
          </a:p>
        </p:txBody>
      </p:sp>
      <p:sp>
        <p:nvSpPr>
          <p:cNvPr id="1048712" name="Footer Placeholder 4"/>
          <p:cNvSpPr>
            <a:spLocks noGrp="1"/>
          </p:cNvSpPr>
          <p:nvPr>
            <p:ph type="ftr" sz="quarter" idx="11"/>
          </p:nvPr>
        </p:nvSpPr>
        <p:spPr/>
        <p:txBody>
          <a:bodyPr/>
          <a:p>
            <a:endParaRPr dirty="0" lang="en-US"/>
          </a:p>
        </p:txBody>
      </p:sp>
      <p:sp>
        <p:nvSpPr>
          <p:cNvPr id="1048713" name="Slide Number Placeholder 5"/>
          <p:cNvSpPr>
            <a:spLocks noGrp="1"/>
          </p:cNvSpPr>
          <p:nvPr>
            <p:ph type="sldNum" sz="quarter" idx="12"/>
          </p:nvPr>
        </p:nvSpPr>
        <p:spPr/>
        <p:txBody>
          <a:bodyPr/>
          <a:p>
            <a:fld id="{D57F1E4F-1CFF-5643-939E-217C01CDF565}" type="slidenum">
              <a:rPr lang="en-US" smtClean="0"/>
              <a:t>‹#›</a:t>
            </a:fld>
            <a:endParaRPr dirty="0" lang="en-US"/>
          </a:p>
        </p:txBody>
      </p:sp>
      <p:sp>
        <p:nvSpPr>
          <p:cNvPr id="1048714" name="TextBox 23"/>
          <p:cNvSpPr txBox="1"/>
          <p:nvPr/>
        </p:nvSpPr>
        <p:spPr>
          <a:xfrm>
            <a:off x="541870" y="790378"/>
            <a:ext cx="609600" cy="584776"/>
          </a:xfrm>
          <a:prstGeom prst="rect"/>
        </p:spPr>
        <p:txBody>
          <a:bodyPr anchor="ctr" bIns="45720" lIns="91440" rIns="91440" rtlCol="0" tIns="45720" vert="horz">
            <a:noAutofit/>
          </a:bodyPr>
          <a:p>
            <a:pPr lvl="0"/>
            <a:r>
              <a:rPr baseline="0" dirty="0" sz="8000" lang="en-US">
                <a:ln w="3175" cmpd="sng">
                  <a:noFill/>
                </a:ln>
                <a:solidFill>
                  <a:schemeClr val="accent1">
                    <a:lumMod val="60000"/>
                    <a:lumOff val="40000"/>
                  </a:schemeClr>
                </a:solidFill>
                <a:effectLst/>
                <a:latin typeface="Arial"/>
              </a:rPr>
              <a:t>“</a:t>
            </a:r>
          </a:p>
        </p:txBody>
      </p:sp>
      <p:sp>
        <p:nvSpPr>
          <p:cNvPr id="1048715" name="TextBox 24"/>
          <p:cNvSpPr txBox="1"/>
          <p:nvPr/>
        </p:nvSpPr>
        <p:spPr>
          <a:xfrm>
            <a:off x="8893011" y="2886556"/>
            <a:ext cx="609600" cy="584776"/>
          </a:xfrm>
          <a:prstGeom prst="rect"/>
        </p:spPr>
        <p:txBody>
          <a:bodyPr anchor="ctr" bIns="45720" lIns="91440" rIns="91440" rtlCol="0" tIns="45720" vert="horz">
            <a:noAutofit/>
          </a:bodyPr>
          <a:p>
            <a:pPr lvl="0"/>
            <a:r>
              <a:rPr baseline="0" dirty="0" sz="8000" lang="en-US">
                <a:ln w="3175" cmpd="sng">
                  <a:noFill/>
                </a:ln>
                <a:solidFill>
                  <a:schemeClr val="accent1">
                    <a:lumMod val="60000"/>
                    <a:lumOff val="40000"/>
                  </a:schemeClr>
                </a:solidFill>
                <a:effectLst/>
                <a:latin typeface="Arial"/>
              </a:rPr>
              <a:t>”</a:t>
            </a:r>
          </a:p>
        </p:txBody>
      </p:sp>
    </p:spTree>
  </p:cSld>
  <p:clrMapOvr>
    <a:masterClrMapping/>
  </p:clrMapOvr>
  <p:hf dt="0" ftr="0" hdr="0" sldNum="1"/>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71" name=""/>
        <p:cNvGrpSpPr/>
        <p:nvPr/>
      </p:nvGrpSpPr>
      <p:grpSpPr>
        <a:xfrm>
          <a:off x="0" y="0"/>
          <a:ext cx="0" cy="0"/>
          <a:chOff x="0" y="0"/>
          <a:chExt cx="0" cy="0"/>
        </a:xfrm>
      </p:grpSpPr>
      <p:sp>
        <p:nvSpPr>
          <p:cNvPr id="1048747" name="Title 1"/>
          <p:cNvSpPr>
            <a:spLocks noGrp="1"/>
          </p:cNvSpPr>
          <p:nvPr>
            <p:ph type="title"/>
          </p:nvPr>
        </p:nvSpPr>
        <p:spPr>
          <a:xfrm>
            <a:off x="677335" y="1931988"/>
            <a:ext cx="8596668" cy="2595460"/>
          </a:xfrm>
        </p:spPr>
        <p:txBody>
          <a:bodyPr anchor="b">
            <a:normAutofit/>
          </a:bodyPr>
          <a:lstStyle>
            <a:lvl1pPr algn="l">
              <a:defRPr b="0" cap="none" sz="4400"/>
            </a:lvl1pPr>
          </a:lstStyle>
          <a:p>
            <a:r>
              <a:rPr lang="en-US"/>
              <a:t>Click to edit Master title style</a:t>
            </a:r>
            <a:endParaRPr dirty="0" lang="en-US"/>
          </a:p>
        </p:txBody>
      </p:sp>
      <p:sp>
        <p:nvSpPr>
          <p:cNvPr id="1048748" name="Text Placeholder 2"/>
          <p:cNvSpPr>
            <a:spLocks noGrp="1"/>
          </p:cNvSpPr>
          <p:nvPr>
            <p:ph type="body" idx="1"/>
          </p:nvPr>
        </p:nvSpPr>
        <p:spPr>
          <a:xfrm>
            <a:off x="677335" y="4527448"/>
            <a:ext cx="8596668" cy="1513914"/>
          </a:xfrm>
        </p:spPr>
        <p:txBody>
          <a:bodyPr anchor="t">
            <a:normAutofit/>
          </a:bodyPr>
          <a:lstStyle>
            <a:lvl1pPr algn="l" indent="0" marL="0">
              <a:buNone/>
              <a:defRPr sz="1800">
                <a:solidFill>
                  <a:schemeClr val="tx1">
                    <a:lumMod val="75000"/>
                    <a:lumOff val="2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a:t>Click to edit Master text styles</a:t>
            </a:r>
          </a:p>
        </p:txBody>
      </p:sp>
      <p:sp>
        <p:nvSpPr>
          <p:cNvPr id="1048749" name="Date Placeholder 3"/>
          <p:cNvSpPr>
            <a:spLocks noGrp="1"/>
          </p:cNvSpPr>
          <p:nvPr>
            <p:ph type="dt" sz="half" idx="10"/>
          </p:nvPr>
        </p:nvSpPr>
        <p:spPr/>
        <p:txBody>
          <a:bodyPr/>
          <a:p>
            <a:fld id="{B61BEF0D-F0BB-DE4B-95CE-6DB70DBA9567}" type="datetimeFigureOut">
              <a:rPr lang="en-US" smtClean="0"/>
              <a:t>9/2/2026</a:t>
            </a:fld>
            <a:endParaRPr dirty="0" lang="en-US"/>
          </a:p>
        </p:txBody>
      </p:sp>
      <p:sp>
        <p:nvSpPr>
          <p:cNvPr id="1048750" name="Footer Placeholder 4"/>
          <p:cNvSpPr>
            <a:spLocks noGrp="1"/>
          </p:cNvSpPr>
          <p:nvPr>
            <p:ph type="ftr" sz="quarter" idx="11"/>
          </p:nvPr>
        </p:nvSpPr>
        <p:spPr/>
        <p:txBody>
          <a:bodyPr/>
          <a:p>
            <a:endParaRPr dirty="0" lang="en-US"/>
          </a:p>
        </p:txBody>
      </p:sp>
      <p:sp>
        <p:nvSpPr>
          <p:cNvPr id="1048751" name="Slide Number Placeholder 5"/>
          <p:cNvSpPr>
            <a:spLocks noGrp="1"/>
          </p:cNvSpPr>
          <p:nvPr>
            <p:ph type="sldNum" sz="quarter" idx="12"/>
          </p:nvPr>
        </p:nvSpPr>
        <p:spPr/>
        <p:txBody>
          <a:bodyPr/>
          <a:p>
            <a:fld id="{D57F1E4F-1CFF-5643-939E-217C01CDF565}" type="slidenum">
              <a:rPr lang="en-US" smtClean="0"/>
              <a:t>‹#›</a:t>
            </a:fld>
            <a:endParaRPr dirty="0" lang="en-US"/>
          </a:p>
        </p:txBody>
      </p:sp>
    </p:spTree>
  </p:cSld>
  <p:clrMapOvr>
    <a:masterClrMapping/>
  </p:clrMapOvr>
  <p:hf dt="0" ftr="0" hdr="0" sldNum="1"/>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63" name=""/>
        <p:cNvGrpSpPr/>
        <p:nvPr/>
      </p:nvGrpSpPr>
      <p:grpSpPr>
        <a:xfrm>
          <a:off x="0" y="0"/>
          <a:ext cx="0" cy="0"/>
          <a:chOff x="0" y="0"/>
          <a:chExt cx="0" cy="0"/>
        </a:xfrm>
      </p:grpSpPr>
      <p:sp>
        <p:nvSpPr>
          <p:cNvPr id="1048700" name="Title 1"/>
          <p:cNvSpPr>
            <a:spLocks noGrp="1"/>
          </p:cNvSpPr>
          <p:nvPr>
            <p:ph type="title"/>
          </p:nvPr>
        </p:nvSpPr>
        <p:spPr>
          <a:xfrm>
            <a:off x="931334" y="609600"/>
            <a:ext cx="8094134" cy="3022600"/>
          </a:xfrm>
        </p:spPr>
        <p:txBody>
          <a:bodyPr anchor="ctr">
            <a:normAutofit/>
          </a:bodyPr>
          <a:lstStyle>
            <a:lvl1pPr algn="l">
              <a:defRPr b="0" cap="none" sz="4400"/>
            </a:lvl1pPr>
          </a:lstStyle>
          <a:p>
            <a:r>
              <a:rPr lang="en-US"/>
              <a:t>Click to edit Master title style</a:t>
            </a:r>
            <a:endParaRPr dirty="0" lang="en-US"/>
          </a:p>
        </p:txBody>
      </p:sp>
      <p:sp>
        <p:nvSpPr>
          <p:cNvPr id="1048701" name="Text Placeholder 9"/>
          <p:cNvSpPr>
            <a:spLocks noGrp="1"/>
          </p:cNvSpPr>
          <p:nvPr>
            <p:ph type="body" sz="quarter" idx="13"/>
          </p:nvPr>
        </p:nvSpPr>
        <p:spPr>
          <a:xfrm>
            <a:off x="677332" y="4013200"/>
            <a:ext cx="8596669" cy="514248"/>
          </a:xfrm>
        </p:spPr>
        <p:txBody>
          <a:bodyPr anchor="b">
            <a:noAutofit/>
          </a:bodyPr>
          <a:lstStyle>
            <a:lvl1pPr indent="0" marL="0">
              <a:buFontTx/>
              <a:buNone/>
              <a:defRPr sz="2400">
                <a:solidFill>
                  <a:schemeClr val="tx1">
                    <a:lumMod val="75000"/>
                    <a:lumOff val="25000"/>
                  </a:schemeClr>
                </a:solidFill>
              </a:defRPr>
            </a:lvl1pPr>
            <a:lvl2pPr indent="0" marL="457200">
              <a:buFontTx/>
              <a:buNone/>
            </a:lvl2pPr>
            <a:lvl3pPr indent="0" marL="914400">
              <a:buFontTx/>
              <a:buNone/>
            </a:lvl3pPr>
            <a:lvl4pPr indent="0" marL="1371600">
              <a:buFontTx/>
              <a:buNone/>
            </a:lvl4pPr>
            <a:lvl5pPr indent="0" marL="1828800">
              <a:buFontTx/>
              <a:buNone/>
            </a:lvl5pPr>
          </a:lstStyle>
          <a:p>
            <a:pPr lvl="0"/>
            <a:r>
              <a:rPr lang="en-US"/>
              <a:t>Click to edit Master text styles</a:t>
            </a:r>
          </a:p>
        </p:txBody>
      </p:sp>
      <p:sp>
        <p:nvSpPr>
          <p:cNvPr id="1048702" name="Text Placeholder 2"/>
          <p:cNvSpPr>
            <a:spLocks noGrp="1"/>
          </p:cNvSpPr>
          <p:nvPr>
            <p:ph type="body" idx="1"/>
          </p:nvPr>
        </p:nvSpPr>
        <p:spPr>
          <a:xfrm>
            <a:off x="677335" y="4527448"/>
            <a:ext cx="8596668" cy="1513914"/>
          </a:xfrm>
        </p:spPr>
        <p:txBody>
          <a:bodyPr anchor="t">
            <a:normAutofit/>
          </a:bodyPr>
          <a:lstStyle>
            <a:lvl1pPr algn="l" indent="0" marL="0">
              <a:buNone/>
              <a:defRPr sz="1800">
                <a:solidFill>
                  <a:schemeClr val="tx1">
                    <a:lumMod val="50000"/>
                    <a:lumOff val="50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a:t>Click to edit Master text styles</a:t>
            </a:r>
          </a:p>
        </p:txBody>
      </p:sp>
      <p:sp>
        <p:nvSpPr>
          <p:cNvPr id="1048703" name="Date Placeholder 3"/>
          <p:cNvSpPr>
            <a:spLocks noGrp="1"/>
          </p:cNvSpPr>
          <p:nvPr>
            <p:ph type="dt" sz="half" idx="10"/>
          </p:nvPr>
        </p:nvSpPr>
        <p:spPr/>
        <p:txBody>
          <a:bodyPr/>
          <a:p>
            <a:fld id="{B61BEF0D-F0BB-DE4B-95CE-6DB70DBA9567}" type="datetimeFigureOut">
              <a:rPr lang="en-US" smtClean="0"/>
              <a:t>9/2/2026</a:t>
            </a:fld>
            <a:endParaRPr dirty="0" lang="en-US"/>
          </a:p>
        </p:txBody>
      </p:sp>
      <p:sp>
        <p:nvSpPr>
          <p:cNvPr id="1048704" name="Footer Placeholder 4"/>
          <p:cNvSpPr>
            <a:spLocks noGrp="1"/>
          </p:cNvSpPr>
          <p:nvPr>
            <p:ph type="ftr" sz="quarter" idx="11"/>
          </p:nvPr>
        </p:nvSpPr>
        <p:spPr/>
        <p:txBody>
          <a:bodyPr/>
          <a:p>
            <a:endParaRPr dirty="0" lang="en-US"/>
          </a:p>
        </p:txBody>
      </p:sp>
      <p:sp>
        <p:nvSpPr>
          <p:cNvPr id="1048705" name="Slide Number Placeholder 5"/>
          <p:cNvSpPr>
            <a:spLocks noGrp="1"/>
          </p:cNvSpPr>
          <p:nvPr>
            <p:ph type="sldNum" sz="quarter" idx="12"/>
          </p:nvPr>
        </p:nvSpPr>
        <p:spPr/>
        <p:txBody>
          <a:bodyPr/>
          <a:p>
            <a:fld id="{D57F1E4F-1CFF-5643-939E-217C01CDF565}" type="slidenum">
              <a:rPr lang="en-US" smtClean="0"/>
              <a:t>‹#›</a:t>
            </a:fld>
            <a:endParaRPr dirty="0" lang="en-US"/>
          </a:p>
        </p:txBody>
      </p:sp>
      <p:sp>
        <p:nvSpPr>
          <p:cNvPr id="1048706" name="TextBox 23"/>
          <p:cNvSpPr txBox="1"/>
          <p:nvPr/>
        </p:nvSpPr>
        <p:spPr>
          <a:xfrm>
            <a:off x="541870" y="790378"/>
            <a:ext cx="609600" cy="584776"/>
          </a:xfrm>
          <a:prstGeom prst="rect"/>
        </p:spPr>
        <p:txBody>
          <a:bodyPr anchor="ctr" bIns="45720" lIns="91440" rIns="91440" rtlCol="0" tIns="45720" vert="horz">
            <a:noAutofit/>
          </a:bodyPr>
          <a:p>
            <a:pPr lvl="0"/>
            <a:r>
              <a:rPr baseline="0" dirty="0" sz="8000" lang="en-US">
                <a:ln w="3175" cmpd="sng">
                  <a:noFill/>
                </a:ln>
                <a:solidFill>
                  <a:schemeClr val="accent1">
                    <a:lumMod val="60000"/>
                    <a:lumOff val="40000"/>
                  </a:schemeClr>
                </a:solidFill>
                <a:effectLst/>
                <a:latin typeface="Arial"/>
              </a:rPr>
              <a:t>“</a:t>
            </a:r>
          </a:p>
        </p:txBody>
      </p:sp>
      <p:sp>
        <p:nvSpPr>
          <p:cNvPr id="1048707" name="TextBox 24"/>
          <p:cNvSpPr txBox="1"/>
          <p:nvPr/>
        </p:nvSpPr>
        <p:spPr>
          <a:xfrm>
            <a:off x="8893011" y="2886556"/>
            <a:ext cx="609600" cy="584776"/>
          </a:xfrm>
          <a:prstGeom prst="rect"/>
        </p:spPr>
        <p:txBody>
          <a:bodyPr anchor="ctr" bIns="45720" lIns="91440" rIns="91440" rtlCol="0" tIns="45720" vert="horz">
            <a:noAutofit/>
          </a:bodyPr>
          <a:p>
            <a:pPr lvl="0"/>
            <a:r>
              <a:rPr baseline="0" dirty="0" sz="8000" lang="en-US">
                <a:ln w="3175" cmpd="sng">
                  <a:noFill/>
                </a:ln>
                <a:solidFill>
                  <a:schemeClr val="accent1">
                    <a:lumMod val="60000"/>
                    <a:lumOff val="40000"/>
                  </a:schemeClr>
                </a:solidFill>
                <a:effectLst/>
                <a:latin typeface="Arial"/>
              </a:rPr>
              <a:t>”</a:t>
            </a:r>
          </a:p>
        </p:txBody>
      </p:sp>
    </p:spTree>
  </p:cSld>
  <p:clrMapOvr>
    <a:masterClrMapping/>
  </p:clrMapOvr>
  <p:hf dt="0" ftr="0" hdr="0" sldNum="1"/>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75" name=""/>
        <p:cNvGrpSpPr/>
        <p:nvPr/>
      </p:nvGrpSpPr>
      <p:grpSpPr>
        <a:xfrm>
          <a:off x="0" y="0"/>
          <a:ext cx="0" cy="0"/>
          <a:chOff x="0" y="0"/>
          <a:chExt cx="0" cy="0"/>
        </a:xfrm>
      </p:grpSpPr>
      <p:sp>
        <p:nvSpPr>
          <p:cNvPr id="1048768" name="Title 1"/>
          <p:cNvSpPr>
            <a:spLocks noGrp="1"/>
          </p:cNvSpPr>
          <p:nvPr>
            <p:ph type="title"/>
          </p:nvPr>
        </p:nvSpPr>
        <p:spPr>
          <a:xfrm>
            <a:off x="685799" y="609600"/>
            <a:ext cx="8588203" cy="3022600"/>
          </a:xfrm>
        </p:spPr>
        <p:txBody>
          <a:bodyPr anchor="ctr">
            <a:normAutofit/>
          </a:bodyPr>
          <a:lstStyle>
            <a:lvl1pPr algn="l">
              <a:defRPr b="0" cap="none" sz="4400"/>
            </a:lvl1pPr>
          </a:lstStyle>
          <a:p>
            <a:r>
              <a:rPr lang="en-US"/>
              <a:t>Click to edit Master title style</a:t>
            </a:r>
            <a:endParaRPr dirty="0" lang="en-US"/>
          </a:p>
        </p:txBody>
      </p:sp>
      <p:sp>
        <p:nvSpPr>
          <p:cNvPr id="1048769" name="Text Placeholder 9"/>
          <p:cNvSpPr>
            <a:spLocks noGrp="1"/>
          </p:cNvSpPr>
          <p:nvPr>
            <p:ph type="body" sz="quarter" idx="13"/>
          </p:nvPr>
        </p:nvSpPr>
        <p:spPr>
          <a:xfrm>
            <a:off x="677332" y="4013200"/>
            <a:ext cx="8596669" cy="514248"/>
          </a:xfrm>
        </p:spPr>
        <p:txBody>
          <a:bodyPr anchor="b">
            <a:noAutofit/>
          </a:bodyPr>
          <a:lstStyle>
            <a:lvl1pPr indent="0" marL="0">
              <a:buFontTx/>
              <a:buNone/>
              <a:defRPr sz="2400">
                <a:solidFill>
                  <a:schemeClr val="accent1"/>
                </a:solidFill>
              </a:defRPr>
            </a:lvl1pPr>
            <a:lvl2pPr indent="0" marL="457200">
              <a:buFontTx/>
              <a:buNone/>
            </a:lvl2pPr>
            <a:lvl3pPr indent="0" marL="914400">
              <a:buFontTx/>
              <a:buNone/>
            </a:lvl3pPr>
            <a:lvl4pPr indent="0" marL="1371600">
              <a:buFontTx/>
              <a:buNone/>
            </a:lvl4pPr>
            <a:lvl5pPr indent="0" marL="1828800">
              <a:buFontTx/>
              <a:buNone/>
            </a:lvl5pPr>
          </a:lstStyle>
          <a:p>
            <a:pPr lvl="0"/>
            <a:r>
              <a:rPr lang="en-US"/>
              <a:t>Click to edit Master text styles</a:t>
            </a:r>
          </a:p>
        </p:txBody>
      </p:sp>
      <p:sp>
        <p:nvSpPr>
          <p:cNvPr id="1048770" name="Text Placeholder 2"/>
          <p:cNvSpPr>
            <a:spLocks noGrp="1"/>
          </p:cNvSpPr>
          <p:nvPr>
            <p:ph type="body" idx="1"/>
          </p:nvPr>
        </p:nvSpPr>
        <p:spPr>
          <a:xfrm>
            <a:off x="677335" y="4527448"/>
            <a:ext cx="8596668" cy="1513914"/>
          </a:xfrm>
        </p:spPr>
        <p:txBody>
          <a:bodyPr anchor="t">
            <a:normAutofit/>
          </a:bodyPr>
          <a:lstStyle>
            <a:lvl1pPr algn="l" indent="0" marL="0">
              <a:buNone/>
              <a:defRPr sz="1800">
                <a:solidFill>
                  <a:schemeClr val="tx1">
                    <a:lumMod val="50000"/>
                    <a:lumOff val="50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a:t>Click to edit Master text styles</a:t>
            </a:r>
          </a:p>
        </p:txBody>
      </p:sp>
      <p:sp>
        <p:nvSpPr>
          <p:cNvPr id="1048771" name="Date Placeholder 3"/>
          <p:cNvSpPr>
            <a:spLocks noGrp="1"/>
          </p:cNvSpPr>
          <p:nvPr>
            <p:ph type="dt" sz="half" idx="10"/>
          </p:nvPr>
        </p:nvSpPr>
        <p:spPr/>
        <p:txBody>
          <a:bodyPr/>
          <a:p>
            <a:fld id="{B61BEF0D-F0BB-DE4B-95CE-6DB70DBA9567}" type="datetimeFigureOut">
              <a:rPr lang="en-US" smtClean="0"/>
              <a:t>9/2/2026</a:t>
            </a:fld>
            <a:endParaRPr dirty="0" lang="en-US"/>
          </a:p>
        </p:txBody>
      </p:sp>
      <p:sp>
        <p:nvSpPr>
          <p:cNvPr id="1048772" name="Footer Placeholder 4"/>
          <p:cNvSpPr>
            <a:spLocks noGrp="1"/>
          </p:cNvSpPr>
          <p:nvPr>
            <p:ph type="ftr" sz="quarter" idx="11"/>
          </p:nvPr>
        </p:nvSpPr>
        <p:spPr/>
        <p:txBody>
          <a:bodyPr/>
          <a:p>
            <a:endParaRPr dirty="0" lang="en-US"/>
          </a:p>
        </p:txBody>
      </p:sp>
      <p:sp>
        <p:nvSpPr>
          <p:cNvPr id="1048773" name="Slide Number Placeholder 5"/>
          <p:cNvSpPr>
            <a:spLocks noGrp="1"/>
          </p:cNvSpPr>
          <p:nvPr>
            <p:ph type="sldNum" sz="quarter" idx="12"/>
          </p:nvPr>
        </p:nvSpPr>
        <p:spPr/>
        <p:txBody>
          <a:bodyPr/>
          <a:p>
            <a:fld id="{D57F1E4F-1CFF-5643-939E-217C01CDF565}" type="slidenum">
              <a:rPr lang="en-US" smtClean="0"/>
              <a:t>‹#›</a:t>
            </a:fld>
            <a:endParaRPr dirty="0" lang="en-US"/>
          </a:p>
        </p:txBody>
      </p:sp>
    </p:spTree>
  </p:cSld>
  <p:clrMapOvr>
    <a:masterClrMapping/>
  </p:clrMapOvr>
  <p:hf dt="0" ftr="0" hdr="0" sldNum="1"/>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67" name=""/>
        <p:cNvGrpSpPr/>
        <p:nvPr/>
      </p:nvGrpSpPr>
      <p:grpSpPr>
        <a:xfrm>
          <a:off x="0" y="0"/>
          <a:ext cx="0" cy="0"/>
          <a:chOff x="0" y="0"/>
          <a:chExt cx="0" cy="0"/>
        </a:xfrm>
      </p:grpSpPr>
      <p:sp>
        <p:nvSpPr>
          <p:cNvPr id="1048726" name="Title 1"/>
          <p:cNvSpPr>
            <a:spLocks noGrp="1"/>
          </p:cNvSpPr>
          <p:nvPr>
            <p:ph type="title"/>
          </p:nvPr>
        </p:nvSpPr>
        <p:spPr/>
        <p:txBody>
          <a:bodyPr/>
          <a:p>
            <a:r>
              <a:rPr lang="en-US"/>
              <a:t>Click to edit Master title style</a:t>
            </a:r>
            <a:endParaRPr dirty="0" lang="en-US"/>
          </a:p>
        </p:txBody>
      </p:sp>
      <p:sp>
        <p:nvSpPr>
          <p:cNvPr id="1048727" name="Vertical Text Placeholder 2"/>
          <p:cNvSpPr>
            <a:spLocks noGrp="1"/>
          </p:cNvSpPr>
          <p:nvPr>
            <p:ph type="body" orient="vert" idx="1"/>
          </p:nvPr>
        </p:nvSpPr>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728" name="Date Placeholder 3"/>
          <p:cNvSpPr>
            <a:spLocks noGrp="1"/>
          </p:cNvSpPr>
          <p:nvPr>
            <p:ph type="dt" sz="half" idx="10"/>
          </p:nvPr>
        </p:nvSpPr>
        <p:spPr/>
        <p:txBody>
          <a:bodyPr/>
          <a:p>
            <a:fld id="{55C6B4A9-1611-4792-9094-5F34BCA07E0B}" type="datetimeFigureOut">
              <a:rPr lang="en-US" smtClean="0"/>
              <a:t>9/2/2026</a:t>
            </a:fld>
            <a:endParaRPr dirty="0" lang="en-US"/>
          </a:p>
        </p:txBody>
      </p:sp>
      <p:sp>
        <p:nvSpPr>
          <p:cNvPr id="1048729" name="Footer Placeholder 4"/>
          <p:cNvSpPr>
            <a:spLocks noGrp="1"/>
          </p:cNvSpPr>
          <p:nvPr>
            <p:ph type="ftr" sz="quarter" idx="11"/>
          </p:nvPr>
        </p:nvSpPr>
        <p:spPr/>
        <p:txBody>
          <a:bodyPr/>
          <a:p>
            <a:endParaRPr dirty="0" lang="en-US"/>
          </a:p>
        </p:txBody>
      </p:sp>
      <p:sp>
        <p:nvSpPr>
          <p:cNvPr id="1048730" name="Slide Number Placeholder 5"/>
          <p:cNvSpPr>
            <a:spLocks noGrp="1"/>
          </p:cNvSpPr>
          <p:nvPr>
            <p:ph type="sldNum" sz="quarter" idx="12"/>
          </p:nvPr>
        </p:nvSpPr>
        <p:spPr/>
        <p:txBody>
          <a:bodyPr/>
          <a:p>
            <a:fld id="{89333C77-0158-454C-844F-B7AB9BD7DAD4}" type="slidenum">
              <a:rPr lang="en-US" smtClean="0"/>
              <a:t>‹#›</a:t>
            </a:fld>
            <a:endParaRPr dirty="0" lang="en-US"/>
          </a:p>
        </p:txBody>
      </p:sp>
    </p:spTree>
  </p:cSld>
  <p:clrMapOvr>
    <a:masterClrMapping/>
  </p:clrMapOvr>
  <p:hf dt="0" ftr="0" hdr="0" sldNum="1"/>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77" name=""/>
        <p:cNvGrpSpPr/>
        <p:nvPr/>
      </p:nvGrpSpPr>
      <p:grpSpPr>
        <a:xfrm>
          <a:off x="0" y="0"/>
          <a:ext cx="0" cy="0"/>
          <a:chOff x="0" y="0"/>
          <a:chExt cx="0" cy="0"/>
        </a:xfrm>
      </p:grpSpPr>
      <p:sp>
        <p:nvSpPr>
          <p:cNvPr id="1048780" name="Vertical Title 1"/>
          <p:cNvSpPr>
            <a:spLocks noGrp="1"/>
          </p:cNvSpPr>
          <p:nvPr>
            <p:ph type="title" orient="vert"/>
          </p:nvPr>
        </p:nvSpPr>
        <p:spPr>
          <a:xfrm>
            <a:off x="7967673" y="609599"/>
            <a:ext cx="1304743" cy="5251451"/>
          </a:xfrm>
        </p:spPr>
        <p:txBody>
          <a:bodyPr anchor="ctr" vert="eaVert"/>
          <a:p>
            <a:r>
              <a:rPr lang="en-US"/>
              <a:t>Click to edit Master title style</a:t>
            </a:r>
            <a:endParaRPr dirty="0" lang="en-US"/>
          </a:p>
        </p:txBody>
      </p:sp>
      <p:sp>
        <p:nvSpPr>
          <p:cNvPr id="1048781" name="Vertical Text Placeholder 2"/>
          <p:cNvSpPr>
            <a:spLocks noGrp="1"/>
          </p:cNvSpPr>
          <p:nvPr>
            <p:ph type="body" orient="vert" idx="1"/>
          </p:nvPr>
        </p:nvSpPr>
        <p:spPr>
          <a:xfrm>
            <a:off x="677335" y="609600"/>
            <a:ext cx="7060150" cy="5251450"/>
          </a:xfrm>
        </p:spPr>
        <p:txBody>
          <a:bodyPr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782" name="Date Placeholder 3"/>
          <p:cNvSpPr>
            <a:spLocks noGrp="1"/>
          </p:cNvSpPr>
          <p:nvPr>
            <p:ph type="dt" sz="half" idx="10"/>
          </p:nvPr>
        </p:nvSpPr>
        <p:spPr/>
        <p:txBody>
          <a:bodyPr/>
          <a:p>
            <a:fld id="{B61BEF0D-F0BB-DE4B-95CE-6DB70DBA9567}" type="datetimeFigureOut">
              <a:rPr lang="en-US" smtClean="0"/>
              <a:t>9/2/2026</a:t>
            </a:fld>
            <a:endParaRPr dirty="0" lang="en-US"/>
          </a:p>
        </p:txBody>
      </p:sp>
      <p:sp>
        <p:nvSpPr>
          <p:cNvPr id="1048783" name="Footer Placeholder 4"/>
          <p:cNvSpPr>
            <a:spLocks noGrp="1"/>
          </p:cNvSpPr>
          <p:nvPr>
            <p:ph type="ftr" sz="quarter" idx="11"/>
          </p:nvPr>
        </p:nvSpPr>
        <p:spPr/>
        <p:txBody>
          <a:bodyPr/>
          <a:p>
            <a:endParaRPr dirty="0" lang="en-US"/>
          </a:p>
        </p:txBody>
      </p:sp>
      <p:sp>
        <p:nvSpPr>
          <p:cNvPr id="1048784" name="Slide Number Placeholder 5"/>
          <p:cNvSpPr>
            <a:spLocks noGrp="1"/>
          </p:cNvSpPr>
          <p:nvPr>
            <p:ph type="sldNum" sz="quarter" idx="12"/>
          </p:nvPr>
        </p:nvSpPr>
        <p:spPr/>
        <p:txBody>
          <a:bodyPr/>
          <a:p>
            <a:fld id="{D57F1E4F-1CFF-5643-939E-217C01CDF565}" type="slidenum">
              <a:rPr lang="en-US" smtClean="0"/>
              <a:t>‹#›</a:t>
            </a:fld>
            <a:endParaRPr dirty="0" lang="en-US"/>
          </a:p>
        </p:txBody>
      </p:sp>
    </p:spTree>
  </p:cSld>
  <p:clrMapOvr>
    <a:masterClrMapping/>
  </p:clrMapOvr>
  <p:hf dt="0" ftr="0" hdr="0" sldNum="1"/>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36" name=""/>
        <p:cNvGrpSpPr/>
        <p:nvPr/>
      </p:nvGrpSpPr>
      <p:grpSpPr>
        <a:xfrm>
          <a:off x="0" y="0"/>
          <a:ext cx="0" cy="0"/>
          <a:chOff x="0" y="0"/>
          <a:chExt cx="0" cy="0"/>
        </a:xfrm>
      </p:grpSpPr>
      <p:sp>
        <p:nvSpPr>
          <p:cNvPr id="1048592" name="Text Placeholder 10"/>
          <p:cNvSpPr>
            <a:spLocks noGrp="1"/>
          </p:cNvSpPr>
          <p:nvPr>
            <p:ph type="body" sz="quarter" idx="11"/>
          </p:nvPr>
        </p:nvSpPr>
        <p:spPr>
          <a:xfrm>
            <a:off x="6312871" y="4141999"/>
            <a:ext cx="4220845" cy="861497"/>
          </a:xfrm>
          <a:prstGeom prst="rect"/>
        </p:spPr>
        <p:txBody>
          <a:bodyPr/>
          <a:lstStyle>
            <a:lvl1pPr indent="0" marL="0">
              <a:buNone/>
              <a:defRPr b="1" sz="2000">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048593" name="Hexagon 14"/>
          <p:cNvSpPr/>
          <p:nvPr userDrawn="1"/>
        </p:nvSpPr>
        <p:spPr>
          <a:xfrm>
            <a:off x="740309" y="1382809"/>
            <a:ext cx="1229566" cy="1059971"/>
          </a:xfrm>
          <a:prstGeom prst="hexagon"/>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en-US"/>
          </a:p>
        </p:txBody>
      </p:sp>
      <p:sp>
        <p:nvSpPr>
          <p:cNvPr id="1048594" name="Hexagon 15"/>
          <p:cNvSpPr/>
          <p:nvPr userDrawn="1"/>
        </p:nvSpPr>
        <p:spPr>
          <a:xfrm>
            <a:off x="3755031" y="1194620"/>
            <a:ext cx="1666162" cy="1436347"/>
          </a:xfrm>
          <a:prstGeom prst="hexagon"/>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en-US"/>
          </a:p>
        </p:txBody>
      </p:sp>
      <p:sp>
        <p:nvSpPr>
          <p:cNvPr id="1048595" name="Hexagon 16"/>
          <p:cNvSpPr/>
          <p:nvPr userDrawn="1"/>
        </p:nvSpPr>
        <p:spPr>
          <a:xfrm>
            <a:off x="3804994" y="5233183"/>
            <a:ext cx="718261" cy="619191"/>
          </a:xfrm>
          <a:prstGeom prst="hexagon"/>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en-US"/>
          </a:p>
        </p:txBody>
      </p:sp>
      <p:sp>
        <p:nvSpPr>
          <p:cNvPr id="1048596" name="Hexagon 17"/>
          <p:cNvSpPr/>
          <p:nvPr userDrawn="1"/>
        </p:nvSpPr>
        <p:spPr>
          <a:xfrm>
            <a:off x="1837838" y="1101306"/>
            <a:ext cx="651613" cy="561736"/>
          </a:xfrm>
          <a:prstGeom prst="hexagon"/>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en-US"/>
          </a:p>
        </p:txBody>
      </p:sp>
      <p:sp>
        <p:nvSpPr>
          <p:cNvPr id="1048597" name="Picture Placeholder 18"/>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anchor="ctr" wrap="square">
            <a:noAutofit/>
          </a:bodyPr>
          <a:lstStyle>
            <a:lvl1pPr algn="ctr">
              <a:buNone/>
            </a:lvl1pPr>
          </a:lstStyle>
          <a:p>
            <a:r>
              <a:rPr lang="en-US"/>
              <a:t>Click icon to add picture</a:t>
            </a:r>
            <a:endParaRPr dirty="0" lang="en-US"/>
          </a:p>
        </p:txBody>
      </p:sp>
      <p:sp>
        <p:nvSpPr>
          <p:cNvPr id="1048598" name="Title 1"/>
          <p:cNvSpPr>
            <a:spLocks noGrp="1"/>
          </p:cNvSpPr>
          <p:nvPr>
            <p:ph type="title"/>
          </p:nvPr>
        </p:nvSpPr>
        <p:spPr>
          <a:xfrm>
            <a:off x="6312871" y="2050552"/>
            <a:ext cx="4998720" cy="1748983"/>
          </a:xfrm>
          <a:prstGeom prst="rect"/>
        </p:spPr>
        <p:txBody>
          <a:bodyPr/>
          <a:lstStyle>
            <a:lvl1pPr>
              <a:defRPr sz="2800">
                <a:solidFill>
                  <a:schemeClr val="tx1"/>
                </a:solidFill>
                <a:latin typeface="+mn-lt"/>
              </a:defRPr>
            </a:lvl1pPr>
          </a:lstStyle>
          <a:p>
            <a:r>
              <a:rPr lang="en-US"/>
              <a:t>Click to edit Master title style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46" name=""/>
        <p:cNvGrpSpPr/>
        <p:nvPr/>
      </p:nvGrpSpPr>
      <p:grpSpPr>
        <a:xfrm>
          <a:off x="0" y="0"/>
          <a:ext cx="0" cy="0"/>
          <a:chOff x="0" y="0"/>
          <a:chExt cx="0" cy="0"/>
        </a:xfrm>
      </p:grpSpPr>
      <p:sp>
        <p:nvSpPr>
          <p:cNvPr id="1048614" name="Oval 9"/>
          <p:cNvSpPr/>
          <p:nvPr userDrawn="1"/>
        </p:nvSpPr>
        <p:spPr>
          <a:xfrm>
            <a:off x="7362825" y="443263"/>
            <a:ext cx="361950" cy="361950"/>
          </a:xfrm>
          <a:prstGeom prst="ellipse"/>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en-US">
              <a:solidFill>
                <a:schemeClr val="accent5"/>
              </a:solidFill>
            </a:endParaRPr>
          </a:p>
        </p:txBody>
      </p:sp>
      <p:sp>
        <p:nvSpPr>
          <p:cNvPr id="1048615" name="Oval 13"/>
          <p:cNvSpPr/>
          <p:nvPr userDrawn="1"/>
        </p:nvSpPr>
        <p:spPr>
          <a:xfrm>
            <a:off x="11007246" y="5605994"/>
            <a:ext cx="654227" cy="654227"/>
          </a:xfrm>
          <a:prstGeom prst="ellipse"/>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en-US">
              <a:solidFill>
                <a:schemeClr val="accent5"/>
              </a:solidFill>
            </a:endParaRPr>
          </a:p>
        </p:txBody>
      </p:sp>
      <p:sp>
        <p:nvSpPr>
          <p:cNvPr id="1048616" name="Oval 15"/>
          <p:cNvSpPr/>
          <p:nvPr userDrawn="1"/>
        </p:nvSpPr>
        <p:spPr>
          <a:xfrm>
            <a:off x="10683791" y="6132439"/>
            <a:ext cx="251152" cy="251152"/>
          </a:xfrm>
          <a:prstGeom prst="ellipse"/>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en-US">
              <a:solidFill>
                <a:schemeClr val="accent5"/>
              </a:solidFill>
            </a:endParaRPr>
          </a:p>
        </p:txBody>
      </p:sp>
      <p:sp>
        <p:nvSpPr>
          <p:cNvPr id="1048617" name="Picture Placeholder 22"/>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anchor="ctr" wrap="square">
            <a:noAutofit/>
          </a:bodyPr>
          <a:lstStyle>
            <a:lvl1pPr algn="ctr">
              <a:buNone/>
            </a:lvl1pPr>
          </a:lstStyle>
          <a:p>
            <a:r>
              <a:rPr lang="en-US"/>
              <a:t>Click icon to add picture</a:t>
            </a:r>
            <a:endParaRPr dirty="0" lang="en-US"/>
          </a:p>
        </p:txBody>
      </p:sp>
      <p:sp>
        <p:nvSpPr>
          <p:cNvPr id="1048618" name="Text Placeholder 26"/>
          <p:cNvSpPr>
            <a:spLocks noGrp="1"/>
          </p:cNvSpPr>
          <p:nvPr>
            <p:ph type="body" sz="quarter" idx="12"/>
          </p:nvPr>
        </p:nvSpPr>
        <p:spPr>
          <a:xfrm>
            <a:off x="660400" y="2044700"/>
            <a:ext cx="4275138" cy="3560763"/>
          </a:xfrm>
          <a:prstGeom prst="rect"/>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1048619" name="Title 1"/>
          <p:cNvSpPr>
            <a:spLocks noGrp="1"/>
          </p:cNvSpPr>
          <p:nvPr>
            <p:ph type="title"/>
          </p:nvPr>
        </p:nvSpPr>
        <p:spPr>
          <a:xfrm>
            <a:off x="660400" y="805213"/>
            <a:ext cx="4275138" cy="830997"/>
          </a:xfrm>
          <a:prstGeom prst="rect"/>
        </p:spPr>
        <p:txBody>
          <a:bodyPr/>
          <a:lstStyle>
            <a:lvl1pPr>
              <a:defRPr b="1" sz="4800">
                <a:solidFill>
                  <a:schemeClr val="tx1"/>
                </a:solidFill>
              </a:defRPr>
            </a:lvl1pPr>
          </a:lstStyle>
          <a:p>
            <a:r>
              <a:rPr lang="en-US"/>
              <a:t>Click to edit Master title style</a:t>
            </a:r>
            <a:endParaRPr dirty="0"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42" name=""/>
        <p:cNvGrpSpPr/>
        <p:nvPr/>
      </p:nvGrpSpPr>
      <p:grpSpPr>
        <a:xfrm>
          <a:off x="0" y="0"/>
          <a:ext cx="0" cy="0"/>
          <a:chOff x="0" y="0"/>
          <a:chExt cx="0" cy="0"/>
        </a:xfrm>
      </p:grpSpPr>
      <p:sp>
        <p:nvSpPr>
          <p:cNvPr id="1048603" name="Text Placeholder 26"/>
          <p:cNvSpPr>
            <a:spLocks noGrp="1"/>
          </p:cNvSpPr>
          <p:nvPr>
            <p:ph type="body" sz="quarter" idx="12"/>
          </p:nvPr>
        </p:nvSpPr>
        <p:spPr>
          <a:xfrm>
            <a:off x="660400" y="2044700"/>
            <a:ext cx="4275138" cy="3560763"/>
          </a:xfrm>
          <a:prstGeom prst="rect"/>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048604" name="Rectangle 18"/>
          <p:cNvSpPr/>
          <p:nvPr userDrawn="1"/>
        </p:nvSpPr>
        <p:spPr>
          <a:xfrm>
            <a:off x="9354457" y="5363987"/>
            <a:ext cx="457200" cy="457200"/>
          </a:xfrm>
          <a:prstGeom prst="rect"/>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en-US"/>
          </a:p>
        </p:txBody>
      </p:sp>
      <p:sp>
        <p:nvSpPr>
          <p:cNvPr id="1048605" name="Rectangle 20"/>
          <p:cNvSpPr/>
          <p:nvPr userDrawn="1"/>
        </p:nvSpPr>
        <p:spPr>
          <a:xfrm>
            <a:off x="6692791" y="1699889"/>
            <a:ext cx="319749" cy="319749"/>
          </a:xfrm>
          <a:prstGeom prst="rect"/>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en-US"/>
          </a:p>
        </p:txBody>
      </p:sp>
      <p:sp>
        <p:nvSpPr>
          <p:cNvPr id="1048606" name="Rectangle 22"/>
          <p:cNvSpPr/>
          <p:nvPr userDrawn="1"/>
        </p:nvSpPr>
        <p:spPr>
          <a:xfrm>
            <a:off x="9354457" y="5897738"/>
            <a:ext cx="179977" cy="179977"/>
          </a:xfrm>
          <a:prstGeom prst="rect"/>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en-US"/>
          </a:p>
        </p:txBody>
      </p:sp>
      <p:sp>
        <p:nvSpPr>
          <p:cNvPr id="1048607" name="Picture Placeholder 10"/>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anchor="ctr" wrap="square">
            <a:noAutofit/>
          </a:bodyPr>
          <a:lstStyle>
            <a:lvl1pPr algn="ctr">
              <a:buNone/>
            </a:lvl1pPr>
          </a:lstStyle>
          <a:p>
            <a:r>
              <a:rPr lang="en-US"/>
              <a:t>Click icon to add picture</a:t>
            </a:r>
            <a:endParaRPr dirty="0" lang="en-US"/>
          </a:p>
        </p:txBody>
      </p:sp>
      <p:sp>
        <p:nvSpPr>
          <p:cNvPr id="1048608" name="Title 1"/>
          <p:cNvSpPr>
            <a:spLocks noGrp="1"/>
          </p:cNvSpPr>
          <p:nvPr>
            <p:ph type="title"/>
          </p:nvPr>
        </p:nvSpPr>
        <p:spPr>
          <a:xfrm>
            <a:off x="660400" y="805213"/>
            <a:ext cx="4275138" cy="830997"/>
          </a:xfrm>
          <a:prstGeom prst="rect"/>
        </p:spPr>
        <p:txBody>
          <a:bodyPr/>
          <a:lstStyle>
            <a:lvl1pPr>
              <a:defRPr b="1" sz="4800">
                <a:solidFill>
                  <a:schemeClr val="tx1"/>
                </a:solidFill>
              </a:defRPr>
            </a:lvl1pPr>
          </a:lstStyle>
          <a:p>
            <a:r>
              <a:rPr lang="en-US"/>
              <a:t>Click to edit Master title style</a:t>
            </a:r>
            <a:endParaRPr dirty="0"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58" name=""/>
        <p:cNvGrpSpPr/>
        <p:nvPr/>
      </p:nvGrpSpPr>
      <p:grpSpPr>
        <a:xfrm>
          <a:off x="0" y="0"/>
          <a:ext cx="0" cy="0"/>
          <a:chOff x="0" y="0"/>
          <a:chExt cx="0" cy="0"/>
        </a:xfrm>
      </p:grpSpPr>
      <p:sp>
        <p:nvSpPr>
          <p:cNvPr id="1048656" name="Picture Placeholder 38"/>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anchor="ctr" wrap="square">
            <a:noAutofit/>
          </a:bodyPr>
          <a:lstStyle>
            <a:lvl1pPr algn="ctr">
              <a:buNone/>
            </a:lvl1pPr>
          </a:lstStyle>
          <a:p>
            <a:r>
              <a:rPr lang="en-US"/>
              <a:t>Click icon to add picture</a:t>
            </a:r>
            <a:endParaRPr dirty="0" lang="en-US"/>
          </a:p>
        </p:txBody>
      </p:sp>
      <p:sp>
        <p:nvSpPr>
          <p:cNvPr id="1048657" name="Picture Placeholder 37"/>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anchor="ctr" wrap="square">
            <a:noAutofit/>
          </a:bodyPr>
          <a:lstStyle>
            <a:lvl1pPr algn="ctr">
              <a:buNone/>
            </a:lvl1pPr>
          </a:lstStyle>
          <a:p>
            <a:r>
              <a:rPr lang="en-US"/>
              <a:t>Click icon to add picture</a:t>
            </a:r>
            <a:endParaRPr dirty="0" lang="en-US"/>
          </a:p>
        </p:txBody>
      </p:sp>
      <p:sp>
        <p:nvSpPr>
          <p:cNvPr id="1048658" name="Picture Placeholder 39"/>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anchor="ctr" wrap="square">
            <a:noAutofit/>
          </a:bodyPr>
          <a:lstStyle>
            <a:lvl1pPr algn="ctr">
              <a:buNone/>
            </a:lvl1pPr>
          </a:lstStyle>
          <a:p>
            <a:r>
              <a:rPr lang="en-US"/>
              <a:t>Click icon to add picture</a:t>
            </a:r>
            <a:endParaRPr dirty="0" lang="en-US"/>
          </a:p>
        </p:txBody>
      </p:sp>
      <p:sp>
        <p:nvSpPr>
          <p:cNvPr id="1048659" name="Picture Placeholder 40"/>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anchor="ctr" wrap="square">
            <a:noAutofit/>
          </a:bodyPr>
          <a:lstStyle>
            <a:lvl1pPr algn="ctr">
              <a:buNone/>
            </a:lvl1pPr>
          </a:lstStyle>
          <a:p>
            <a:r>
              <a:rPr lang="en-US"/>
              <a:t>Click icon to add picture</a:t>
            </a:r>
            <a:endParaRPr dirty="0" lang="en-US"/>
          </a:p>
        </p:txBody>
      </p:sp>
      <p:sp>
        <p:nvSpPr>
          <p:cNvPr id="1048660" name="Title 1"/>
          <p:cNvSpPr>
            <a:spLocks noGrp="1"/>
          </p:cNvSpPr>
          <p:nvPr>
            <p:ph type="title"/>
          </p:nvPr>
        </p:nvSpPr>
        <p:spPr>
          <a:xfrm>
            <a:off x="432000" y="647700"/>
            <a:ext cx="11340000" cy="700114"/>
          </a:xfrm>
          <a:prstGeom prst="rect"/>
        </p:spPr>
        <p:txBody>
          <a:bodyPr anchor="ctr"/>
          <a:p>
            <a:pPr algn="ctr"/>
            <a:r>
              <a:rPr b="1" sz="4800" lang="en-US">
                <a:solidFill>
                  <a:schemeClr val="tx1"/>
                </a:solidFill>
              </a:rPr>
              <a:t>Click to edit Master title style</a:t>
            </a:r>
            <a:endParaRPr b="1" dirty="0" sz="4800" lang="en-US">
              <a:solidFill>
                <a:schemeClr val="tx1"/>
              </a:solidFill>
            </a:endParaRPr>
          </a:p>
        </p:txBody>
      </p:sp>
      <p:sp>
        <p:nvSpPr>
          <p:cNvPr id="1048661" name="Hexagon 8"/>
          <p:cNvSpPr/>
          <p:nvPr userDrawn="1"/>
        </p:nvSpPr>
        <p:spPr>
          <a:xfrm>
            <a:off x="546669" y="3467555"/>
            <a:ext cx="458268" cy="395059"/>
          </a:xfrm>
          <a:prstGeom prst="hexagon"/>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en-US"/>
          </a:p>
        </p:txBody>
      </p:sp>
      <p:sp>
        <p:nvSpPr>
          <p:cNvPr id="1048662" name="Hexagon 9"/>
          <p:cNvSpPr/>
          <p:nvPr userDrawn="1"/>
        </p:nvSpPr>
        <p:spPr>
          <a:xfrm>
            <a:off x="11113337" y="2394722"/>
            <a:ext cx="358391" cy="308958"/>
          </a:xfrm>
          <a:prstGeom prst="hexagon"/>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en-US"/>
          </a:p>
        </p:txBody>
      </p:sp>
      <p:sp>
        <p:nvSpPr>
          <p:cNvPr id="1048663" name="Hexagon 10"/>
          <p:cNvSpPr/>
          <p:nvPr userDrawn="1"/>
        </p:nvSpPr>
        <p:spPr>
          <a:xfrm>
            <a:off x="10882649" y="2202202"/>
            <a:ext cx="230688" cy="198869"/>
          </a:xfrm>
          <a:prstGeom prst="hexagon"/>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en-US"/>
          </a:p>
        </p:txBody>
      </p:sp>
      <p:sp>
        <p:nvSpPr>
          <p:cNvPr id="1048664" name="Text Placeholder 22"/>
          <p:cNvSpPr>
            <a:spLocks noGrp="1"/>
          </p:cNvSpPr>
          <p:nvPr>
            <p:ph type="body" sz="quarter" idx="10"/>
          </p:nvPr>
        </p:nvSpPr>
        <p:spPr>
          <a:xfrm>
            <a:off x="546668" y="4172761"/>
            <a:ext cx="2139696" cy="344312"/>
          </a:xfrm>
          <a:prstGeom prst="rect"/>
        </p:spPr>
        <p:txBody>
          <a:bodyPr/>
          <a:lstStyle>
            <a:lvl1pPr algn="ctr" indent="0" marL="0">
              <a:buNone/>
              <a:defRPr b="1" dirty="0" sz="2000" kern="1200" lang="en-US" smtClean="0">
                <a:solidFill>
                  <a:schemeClr val="accent4"/>
                </a:solidFill>
                <a:latin typeface="+mj-lt"/>
                <a:ea typeface="+mn-ea"/>
                <a:cs typeface="+mn-cs"/>
              </a:defRPr>
            </a:lvl1pPr>
          </a:lstStyle>
          <a:p>
            <a:pPr lvl="0"/>
            <a:r>
              <a:rPr lang="en-US"/>
              <a:t>Click to edit Master text styles</a:t>
            </a:r>
          </a:p>
        </p:txBody>
      </p:sp>
      <p:sp>
        <p:nvSpPr>
          <p:cNvPr id="1048665" name="Text Placeholder 22"/>
          <p:cNvSpPr>
            <a:spLocks noGrp="1"/>
          </p:cNvSpPr>
          <p:nvPr>
            <p:ph type="body" sz="quarter" idx="11"/>
          </p:nvPr>
        </p:nvSpPr>
        <p:spPr>
          <a:xfrm>
            <a:off x="556692" y="4588259"/>
            <a:ext cx="2139696" cy="344312"/>
          </a:xfrm>
          <a:prstGeom prst="rect"/>
        </p:spPr>
        <p:txBody>
          <a:bodyPr/>
          <a:lstStyle>
            <a:lvl1pPr algn="ctr" indent="0" marL="0">
              <a:buNone/>
              <a:defRPr dirty="0" sz="1600" kern="1200" lang="en-US" smtClean="0">
                <a:solidFill>
                  <a:schemeClr val="tx1"/>
                </a:solidFill>
                <a:latin typeface="+mn-lt"/>
                <a:ea typeface="+mn-ea"/>
                <a:cs typeface="+mn-cs"/>
              </a:defRPr>
            </a:lvl1pPr>
          </a:lstStyle>
          <a:p>
            <a:pPr lvl="0"/>
            <a:r>
              <a:rPr lang="en-US"/>
              <a:t>Click to edit Master text styles</a:t>
            </a:r>
          </a:p>
        </p:txBody>
      </p:sp>
      <p:sp>
        <p:nvSpPr>
          <p:cNvPr id="1048666" name="Text Placeholder 22"/>
          <p:cNvSpPr>
            <a:spLocks noGrp="1"/>
          </p:cNvSpPr>
          <p:nvPr>
            <p:ph type="body" sz="quarter" idx="12"/>
          </p:nvPr>
        </p:nvSpPr>
        <p:spPr>
          <a:xfrm>
            <a:off x="2789482" y="4172761"/>
            <a:ext cx="2139696" cy="344312"/>
          </a:xfrm>
          <a:prstGeom prst="rect"/>
        </p:spPr>
        <p:txBody>
          <a:bodyPr/>
          <a:lstStyle>
            <a:lvl1pPr algn="ctr" indent="0" marL="0">
              <a:buNone/>
              <a:defRPr b="1" dirty="0" sz="2000" kern="1200" lang="en-US" smtClean="0">
                <a:solidFill>
                  <a:schemeClr val="accent4"/>
                </a:solidFill>
                <a:latin typeface="+mj-lt"/>
                <a:ea typeface="+mn-ea"/>
                <a:cs typeface="+mn-cs"/>
              </a:defRPr>
            </a:lvl1pPr>
          </a:lstStyle>
          <a:p>
            <a:pPr lvl="0"/>
            <a:r>
              <a:rPr lang="en-US"/>
              <a:t>Click to edit Master text styles</a:t>
            </a:r>
          </a:p>
        </p:txBody>
      </p:sp>
      <p:sp>
        <p:nvSpPr>
          <p:cNvPr id="1048667" name="Text Placeholder 22"/>
          <p:cNvSpPr>
            <a:spLocks noGrp="1"/>
          </p:cNvSpPr>
          <p:nvPr>
            <p:ph type="body" sz="quarter" idx="13"/>
          </p:nvPr>
        </p:nvSpPr>
        <p:spPr>
          <a:xfrm>
            <a:off x="2789483" y="4588259"/>
            <a:ext cx="2139696" cy="344312"/>
          </a:xfrm>
          <a:prstGeom prst="rect"/>
        </p:spPr>
        <p:txBody>
          <a:bodyPr/>
          <a:lstStyle>
            <a:lvl1pPr algn="ctr" indent="0" marL="0">
              <a:buNone/>
              <a:defRPr dirty="0" sz="1600" kern="1200" lang="en-US" smtClean="0">
                <a:solidFill>
                  <a:schemeClr val="tx1"/>
                </a:solidFill>
                <a:latin typeface="+mn-lt"/>
                <a:ea typeface="+mn-ea"/>
                <a:cs typeface="+mn-cs"/>
              </a:defRPr>
            </a:lvl1pPr>
          </a:lstStyle>
          <a:p>
            <a:pPr lvl="0"/>
            <a:r>
              <a:rPr lang="en-US"/>
              <a:t>Click to edit Master text styles</a:t>
            </a:r>
          </a:p>
        </p:txBody>
      </p:sp>
      <p:sp>
        <p:nvSpPr>
          <p:cNvPr id="1048668" name="Text Placeholder 22"/>
          <p:cNvSpPr>
            <a:spLocks noGrp="1"/>
          </p:cNvSpPr>
          <p:nvPr>
            <p:ph type="body" sz="quarter" idx="14"/>
          </p:nvPr>
        </p:nvSpPr>
        <p:spPr>
          <a:xfrm>
            <a:off x="5032296" y="4172761"/>
            <a:ext cx="2139696" cy="344312"/>
          </a:xfrm>
          <a:prstGeom prst="rect"/>
        </p:spPr>
        <p:txBody>
          <a:bodyPr/>
          <a:lstStyle>
            <a:lvl1pPr algn="ctr" indent="0" marL="0">
              <a:buNone/>
              <a:defRPr b="1" dirty="0" sz="2000" kern="1200" lang="en-US" smtClean="0">
                <a:solidFill>
                  <a:schemeClr val="accent4"/>
                </a:solidFill>
                <a:latin typeface="+mj-lt"/>
                <a:ea typeface="+mn-ea"/>
                <a:cs typeface="+mn-cs"/>
              </a:defRPr>
            </a:lvl1pPr>
          </a:lstStyle>
          <a:p>
            <a:pPr lvl="0"/>
            <a:r>
              <a:rPr lang="en-US"/>
              <a:t>Click to edit Master text styles</a:t>
            </a:r>
          </a:p>
        </p:txBody>
      </p:sp>
      <p:sp>
        <p:nvSpPr>
          <p:cNvPr id="1048669" name="Text Placeholder 22"/>
          <p:cNvSpPr>
            <a:spLocks noGrp="1"/>
          </p:cNvSpPr>
          <p:nvPr>
            <p:ph type="body" sz="quarter" idx="15"/>
          </p:nvPr>
        </p:nvSpPr>
        <p:spPr>
          <a:xfrm>
            <a:off x="5029201" y="4588259"/>
            <a:ext cx="2139696" cy="344312"/>
          </a:xfrm>
          <a:prstGeom prst="rect"/>
        </p:spPr>
        <p:txBody>
          <a:bodyPr/>
          <a:lstStyle>
            <a:lvl1pPr algn="ctr" indent="0" marL="0">
              <a:buNone/>
              <a:defRPr dirty="0" sz="1600" kern="1200" lang="en-US" smtClean="0">
                <a:solidFill>
                  <a:schemeClr val="tx1"/>
                </a:solidFill>
                <a:latin typeface="+mn-lt"/>
                <a:ea typeface="+mn-ea"/>
                <a:cs typeface="+mn-cs"/>
              </a:defRPr>
            </a:lvl1pPr>
          </a:lstStyle>
          <a:p>
            <a:pPr lvl="0"/>
            <a:r>
              <a:rPr lang="en-US"/>
              <a:t>Click to edit Master text styles</a:t>
            </a:r>
          </a:p>
        </p:txBody>
      </p:sp>
      <p:sp>
        <p:nvSpPr>
          <p:cNvPr id="1048670" name="Text Placeholder 22"/>
          <p:cNvSpPr>
            <a:spLocks noGrp="1"/>
          </p:cNvSpPr>
          <p:nvPr>
            <p:ph type="body" sz="quarter" idx="16"/>
          </p:nvPr>
        </p:nvSpPr>
        <p:spPr>
          <a:xfrm>
            <a:off x="7275110" y="4172761"/>
            <a:ext cx="2139696" cy="344312"/>
          </a:xfrm>
          <a:prstGeom prst="rect"/>
        </p:spPr>
        <p:txBody>
          <a:bodyPr/>
          <a:lstStyle>
            <a:lvl1pPr algn="ctr" indent="0" marL="0">
              <a:buNone/>
              <a:defRPr b="1" dirty="0" sz="2000" kern="1200" lang="en-US" smtClean="0">
                <a:solidFill>
                  <a:schemeClr val="accent4"/>
                </a:solidFill>
                <a:latin typeface="+mj-lt"/>
                <a:ea typeface="+mn-ea"/>
                <a:cs typeface="+mn-cs"/>
              </a:defRPr>
            </a:lvl1pPr>
          </a:lstStyle>
          <a:p>
            <a:pPr lvl="0"/>
            <a:r>
              <a:rPr lang="en-US"/>
              <a:t>Click to edit Master text styles</a:t>
            </a:r>
          </a:p>
        </p:txBody>
      </p:sp>
      <p:sp>
        <p:nvSpPr>
          <p:cNvPr id="1048671" name="Text Placeholder 22"/>
          <p:cNvSpPr>
            <a:spLocks noGrp="1"/>
          </p:cNvSpPr>
          <p:nvPr>
            <p:ph type="body" sz="quarter" idx="17"/>
          </p:nvPr>
        </p:nvSpPr>
        <p:spPr>
          <a:xfrm>
            <a:off x="7275111" y="4588259"/>
            <a:ext cx="2139696" cy="344312"/>
          </a:xfrm>
          <a:prstGeom prst="rect"/>
        </p:spPr>
        <p:txBody>
          <a:bodyPr/>
          <a:lstStyle>
            <a:lvl1pPr algn="ctr" indent="0" marL="0">
              <a:buNone/>
              <a:defRPr dirty="0" sz="1600" kern="1200" lang="en-US" smtClean="0">
                <a:solidFill>
                  <a:schemeClr val="tx1"/>
                </a:solidFill>
                <a:latin typeface="+mn-lt"/>
                <a:ea typeface="+mn-ea"/>
                <a:cs typeface="+mn-cs"/>
              </a:defRPr>
            </a:lvl1pPr>
          </a:lstStyle>
          <a:p>
            <a:pPr lvl="0"/>
            <a:r>
              <a:rPr lang="en-US"/>
              <a:t>Click to edit Master text styles</a:t>
            </a:r>
          </a:p>
        </p:txBody>
      </p:sp>
      <p:sp>
        <p:nvSpPr>
          <p:cNvPr id="1048672" name="Text Placeholder 22"/>
          <p:cNvSpPr>
            <a:spLocks noGrp="1"/>
          </p:cNvSpPr>
          <p:nvPr>
            <p:ph type="body" sz="quarter" idx="18"/>
          </p:nvPr>
        </p:nvSpPr>
        <p:spPr>
          <a:xfrm>
            <a:off x="9517923" y="4172761"/>
            <a:ext cx="2139696" cy="344312"/>
          </a:xfrm>
          <a:prstGeom prst="rect"/>
        </p:spPr>
        <p:txBody>
          <a:bodyPr/>
          <a:lstStyle>
            <a:lvl1pPr algn="ctr" indent="0" marL="0">
              <a:buNone/>
              <a:defRPr b="1" dirty="0" sz="2000" kern="1200" lang="en-US" smtClean="0">
                <a:solidFill>
                  <a:schemeClr val="accent4"/>
                </a:solidFill>
                <a:latin typeface="+mj-lt"/>
                <a:ea typeface="+mn-ea"/>
                <a:cs typeface="+mn-cs"/>
              </a:defRPr>
            </a:lvl1pPr>
          </a:lstStyle>
          <a:p>
            <a:pPr lvl="0"/>
            <a:r>
              <a:rPr lang="en-US"/>
              <a:t>Click to edit Master text styles</a:t>
            </a:r>
          </a:p>
        </p:txBody>
      </p:sp>
      <p:sp>
        <p:nvSpPr>
          <p:cNvPr id="1048673" name="Text Placeholder 22"/>
          <p:cNvSpPr>
            <a:spLocks noGrp="1"/>
          </p:cNvSpPr>
          <p:nvPr>
            <p:ph type="body" sz="quarter" idx="19"/>
          </p:nvPr>
        </p:nvSpPr>
        <p:spPr>
          <a:xfrm>
            <a:off x="9517923" y="4588259"/>
            <a:ext cx="2139696" cy="344312"/>
          </a:xfrm>
          <a:prstGeom prst="rect"/>
        </p:spPr>
        <p:txBody>
          <a:bodyPr/>
          <a:lstStyle>
            <a:lvl1pPr algn="ctr" indent="0" marL="0">
              <a:buNone/>
              <a:defRPr dirty="0" sz="1600" kern="1200" lang="en-US" smtClean="0">
                <a:solidFill>
                  <a:schemeClr val="tx1"/>
                </a:solidFill>
                <a:latin typeface="+mn-lt"/>
                <a:ea typeface="+mn-ea"/>
                <a:cs typeface="+mn-cs"/>
              </a:defRPr>
            </a:lvl1pPr>
          </a:lstStyle>
          <a:p>
            <a:pPr lvl="0"/>
            <a:r>
              <a:rPr lang="en-US"/>
              <a:t>Click to edit Master text styles</a:t>
            </a:r>
          </a:p>
        </p:txBody>
      </p:sp>
      <p:sp>
        <p:nvSpPr>
          <p:cNvPr id="1048674" name="Picture Placeholder 36"/>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anchor="ctr" wrap="square">
            <a:noAutofit/>
          </a:bodyPr>
          <a:lstStyle>
            <a:lvl1pPr algn="ctr">
              <a:buNone/>
            </a:lvl1pPr>
          </a:lstStyle>
          <a:p>
            <a:r>
              <a:rPr lang="en-US"/>
              <a:t>Click icon to add picture</a:t>
            </a:r>
            <a:endParaRPr dirty="0"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userDrawn="1">
  <p:cSld name="1_Custom Layout">
    <p:bg>
      <p:bgPr>
        <a:solidFill>
          <a:schemeClr val="tx1"/>
        </a:solidFill>
        <a:effectLst/>
      </p:bgPr>
    </p:bg>
    <p:spTree>
      <p:nvGrpSpPr>
        <p:cNvPr id="65" name=""/>
        <p:cNvGrpSpPr/>
        <p:nvPr/>
      </p:nvGrpSpPr>
      <p:grpSpPr>
        <a:xfrm>
          <a:off x="0" y="0"/>
          <a:ext cx="0" cy="0"/>
          <a:chOff x="0" y="0"/>
          <a:chExt cx="0" cy="0"/>
        </a:xfrm>
      </p:grpSpPr>
      <p:sp>
        <p:nvSpPr>
          <p:cNvPr id="1048716" name="Picture Placeholder 21"/>
          <p:cNvSpPr>
            <a:spLocks noGrp="1"/>
          </p:cNvSpPr>
          <p:nvPr>
            <p:ph type="pic" sz="quarter" idx="10"/>
          </p:nvPr>
        </p:nvSpPr>
        <p:spPr>
          <a:xfrm>
            <a:off x="0" y="0"/>
            <a:ext cx="12192000" cy="6858000"/>
          </a:xfrm>
          <a:prstGeom prst="rect"/>
        </p:spPr>
        <p:txBody>
          <a:bodyPr/>
          <a:p>
            <a:r>
              <a:rPr lang="en-US"/>
              <a:t>Click icon to add picture</a:t>
            </a:r>
            <a:endParaRPr dirty="0" lang="en-US"/>
          </a:p>
        </p:txBody>
      </p:sp>
      <p:sp>
        <p:nvSpPr>
          <p:cNvPr id="1048717" name="Rectangle 1" descr="Tall office building looking up"/>
          <p:cNvSpPr/>
          <p:nvPr userDrawn="1"/>
        </p:nvSpPr>
        <p:spPr>
          <a:xfrm>
            <a:off x="3718560" y="1181123"/>
            <a:ext cx="4754880" cy="4495754"/>
          </a:xfrm>
          <a:prstGeom prst="rect"/>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rtlCol="0"/>
          <a:p>
            <a:pPr algn="ctr"/>
            <a:endParaRPr dirty="0" lang="en-US"/>
          </a:p>
        </p:txBody>
      </p:sp>
      <p:sp>
        <p:nvSpPr>
          <p:cNvPr id="1048718" name="Text Placeholder 23"/>
          <p:cNvSpPr>
            <a:spLocks noGrp="1"/>
          </p:cNvSpPr>
          <p:nvPr>
            <p:ph type="body" sz="quarter" idx="11" hasCustomPrompt="1"/>
          </p:nvPr>
        </p:nvSpPr>
        <p:spPr>
          <a:xfrm>
            <a:off x="4149139" y="4859469"/>
            <a:ext cx="3924934" cy="490538"/>
          </a:xfrm>
          <a:prstGeom prst="rect"/>
        </p:spPr>
        <p:txBody>
          <a:bodyPr/>
          <a:lstStyle>
            <a:lvl1pPr algn="r">
              <a:buNone/>
              <a:defRPr b="1" dirty="0" sz="2400" kern="1200" lang="en-US" smtClean="0">
                <a:solidFill>
                  <a:schemeClr val="accent4"/>
                </a:solidFill>
                <a:latin typeface="Calibri" panose="020F0502020204030204" pitchFamily="34" charset="0"/>
                <a:ea typeface="+mn-ea"/>
                <a:cs typeface="Calibri" panose="020F0502020204030204" pitchFamily="34" charset="0"/>
              </a:defRPr>
            </a:lvl1pPr>
            <a:lvl2pPr>
              <a:buNone/>
            </a:lvl2pPr>
          </a:lstStyle>
          <a:p>
            <a:pPr lvl="0"/>
            <a:r>
              <a:rPr dirty="0" lang="en-US"/>
              <a:t>Click to edit text</a:t>
            </a:r>
          </a:p>
        </p:txBody>
      </p:sp>
      <p:sp>
        <p:nvSpPr>
          <p:cNvPr id="1048719" name="Title 1"/>
          <p:cNvSpPr>
            <a:spLocks noGrp="1"/>
          </p:cNvSpPr>
          <p:nvPr>
            <p:ph type="title"/>
          </p:nvPr>
        </p:nvSpPr>
        <p:spPr>
          <a:xfrm>
            <a:off x="4149139" y="1529685"/>
            <a:ext cx="3924934" cy="1695637"/>
          </a:xfrm>
          <a:prstGeom prst="rect"/>
        </p:spPr>
        <p:txBody>
          <a:bodyPr/>
          <a:lstStyle>
            <a:lvl1pPr>
              <a:spcBef>
                <a:spcPts val="1000"/>
              </a:spcBef>
              <a:defRPr b="1" sz="4800">
                <a:solidFill>
                  <a:schemeClr val="bg1"/>
                </a:solidFill>
              </a:defRPr>
            </a:lvl1pPr>
          </a:lstStyle>
          <a:p>
            <a:r>
              <a:rPr lang="en-US"/>
              <a:t>Click to edit Master title style</a:t>
            </a:r>
            <a:endParaRPr dirty="0"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3" name=""/>
        <p:cNvGrpSpPr/>
        <p:nvPr/>
      </p:nvGrpSpPr>
      <p:grpSpPr>
        <a:xfrm>
          <a:off x="0" y="0"/>
          <a:ext cx="0" cy="0"/>
          <a:chOff x="0" y="0"/>
          <a:chExt cx="0" cy="0"/>
        </a:xfrm>
      </p:grpSpPr>
      <p:grpSp>
        <p:nvGrpSpPr>
          <p:cNvPr id="14" name="Group 43"/>
          <p:cNvGrpSpPr/>
          <p:nvPr/>
        </p:nvGrpSpPr>
        <p:grpSpPr>
          <a:xfrm>
            <a:off x="0" y="-8467"/>
            <a:ext cx="12192000" cy="6866467"/>
            <a:chOff x="0" y="-8467"/>
            <a:chExt cx="12192000" cy="6866467"/>
          </a:xfrm>
        </p:grpSpPr>
        <p:cxnSp>
          <p:nvCxnSpPr>
            <p:cNvPr id="3145728" name="Straight Connector 19"/>
            <p:cNvCxnSpPr>
              <a:cxnSpLocks/>
            </p:cNvCxnSpPr>
            <p:nvPr/>
          </p:nvCxnSpPr>
          <p:spPr>
            <a:xfrm>
              <a:off x="9371012" y="0"/>
              <a:ext cx="1219200" cy="6858000"/>
            </a:xfrm>
            <a:prstGeom prst="line"/>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3145729" name="Straight Connector 20"/>
            <p:cNvCxnSpPr>
              <a:cxnSpLocks/>
            </p:cNvCxnSpPr>
            <p:nvPr/>
          </p:nvCxnSpPr>
          <p:spPr>
            <a:xfrm flipH="1">
              <a:off x="7425267" y="3681413"/>
              <a:ext cx="4763558" cy="3176587"/>
            </a:xfrm>
            <a:prstGeom prst="line"/>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48576" name="Rectangle 23"/>
            <p:cNvSpPr/>
            <p:nvPr/>
          </p:nvSpPr>
          <p:spPr>
            <a:xfrm>
              <a:off x="9181476" y="-8467"/>
              <a:ext cx="3007349" cy="6866467"/>
            </a:xfrm>
            <a:custGeom>
              <a:avLst/>
              <a:ah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48577" name="Rectangle 25"/>
            <p:cNvSpPr/>
            <p:nvPr/>
          </p:nvSpPr>
          <p:spPr>
            <a:xfrm>
              <a:off x="9603442" y="-8467"/>
              <a:ext cx="2588558" cy="6866467"/>
            </a:xfrm>
            <a:custGeom>
              <a:avLst/>
              <a:ah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48578"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48579" name="Rectangle 27"/>
            <p:cNvSpPr/>
            <p:nvPr/>
          </p:nvSpPr>
          <p:spPr>
            <a:xfrm>
              <a:off x="9334500" y="-8467"/>
              <a:ext cx="2854326" cy="6866467"/>
            </a:xfrm>
            <a:custGeom>
              <a:avLst/>
              <a:ah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48580" name="Rectangle 28"/>
            <p:cNvSpPr/>
            <p:nvPr/>
          </p:nvSpPr>
          <p:spPr>
            <a:xfrm>
              <a:off x="10898730" y="-8467"/>
              <a:ext cx="1290094" cy="6866467"/>
            </a:xfrm>
            <a:custGeom>
              <a:avLst/>
              <a:ah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48581" name="Rectangle 29"/>
            <p:cNvSpPr/>
            <p:nvPr/>
          </p:nvSpPr>
          <p:spPr>
            <a:xfrm>
              <a:off x="10938999" y="-8467"/>
              <a:ext cx="1249825" cy="6866467"/>
            </a:xfrm>
            <a:custGeom>
              <a:avLst/>
              <a:ah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48582"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048583"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1048584" name="Title Placeholder 1"/>
          <p:cNvSpPr>
            <a:spLocks noGrp="1"/>
          </p:cNvSpPr>
          <p:nvPr>
            <p:ph type="title"/>
          </p:nvPr>
        </p:nvSpPr>
        <p:spPr>
          <a:xfrm>
            <a:off x="677334" y="609600"/>
            <a:ext cx="8596668" cy="1320800"/>
          </a:xfrm>
          <a:prstGeom prst="rect"/>
        </p:spPr>
        <p:txBody>
          <a:bodyPr anchor="t" bIns="45720" lIns="91440" rIns="91440" rtlCol="0" tIns="45720" vert="horz">
            <a:normAutofit/>
          </a:bodyPr>
          <a:p>
            <a:r>
              <a:rPr lang="en-US"/>
              <a:t>Click to edit Master title style</a:t>
            </a:r>
            <a:endParaRPr dirty="0" lang="en-US"/>
          </a:p>
        </p:txBody>
      </p:sp>
      <p:sp>
        <p:nvSpPr>
          <p:cNvPr id="1048585" name="Text Placeholder 2"/>
          <p:cNvSpPr>
            <a:spLocks noGrp="1"/>
          </p:cNvSpPr>
          <p:nvPr>
            <p:ph type="body" idx="1"/>
          </p:nvPr>
        </p:nvSpPr>
        <p:spPr>
          <a:xfrm>
            <a:off x="677334" y="2160589"/>
            <a:ext cx="8596668" cy="3880773"/>
          </a:xfrm>
          <a:prstGeom prst="rect"/>
        </p:spPr>
        <p:txBody>
          <a:bodyPr bIns="45720" lIns="91440" rIns="91440" rtlCol="0" tIns="45720" vert="horz">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sp>
        <p:nvSpPr>
          <p:cNvPr id="1048586" name="Date Placeholder 3"/>
          <p:cNvSpPr>
            <a:spLocks noGrp="1"/>
          </p:cNvSpPr>
          <p:nvPr>
            <p:ph type="dt" sz="half" idx="2"/>
          </p:nvPr>
        </p:nvSpPr>
        <p:spPr>
          <a:xfrm>
            <a:off x="7205133" y="6041362"/>
            <a:ext cx="911939" cy="365125"/>
          </a:xfrm>
          <a:prstGeom prst="rect"/>
        </p:spPr>
        <p:txBody>
          <a:bodyPr anchor="ctr" bIns="45720" lIns="91440" rIns="91440" rtlCol="0" tIns="45720" vert="horz"/>
          <a:lstStyle>
            <a:lvl1pPr algn="r">
              <a:defRPr sz="900">
                <a:solidFill>
                  <a:schemeClr val="tx1">
                    <a:tint val="75000"/>
                  </a:schemeClr>
                </a:solidFill>
              </a:defRPr>
            </a:lvl1pPr>
          </a:lstStyle>
          <a:p>
            <a:fld id="{B61BEF0D-F0BB-DE4B-95CE-6DB70DBA9567}" type="datetimeFigureOut">
              <a:rPr lang="en-US" smtClean="0"/>
              <a:t>9/2/2026</a:t>
            </a:fld>
            <a:endParaRPr dirty="0" lang="en-US"/>
          </a:p>
        </p:txBody>
      </p:sp>
      <p:sp>
        <p:nvSpPr>
          <p:cNvPr id="1048587" name="Footer Placeholder 4"/>
          <p:cNvSpPr>
            <a:spLocks noGrp="1"/>
          </p:cNvSpPr>
          <p:nvPr>
            <p:ph type="ftr" sz="quarter" idx="3"/>
          </p:nvPr>
        </p:nvSpPr>
        <p:spPr>
          <a:xfrm>
            <a:off x="677334" y="6041362"/>
            <a:ext cx="6297612" cy="365125"/>
          </a:xfrm>
          <a:prstGeom prst="rect"/>
        </p:spPr>
        <p:txBody>
          <a:bodyPr anchor="ctr" bIns="45720" lIns="91440" rIns="91440" rtlCol="0" tIns="45720" vert="horz"/>
          <a:lstStyle>
            <a:lvl1pPr algn="l">
              <a:defRPr sz="900">
                <a:solidFill>
                  <a:schemeClr val="tx1">
                    <a:tint val="75000"/>
                  </a:schemeClr>
                </a:solidFill>
              </a:defRPr>
            </a:lvl1pPr>
          </a:lstStyle>
          <a:p>
            <a:endParaRPr dirty="0" lang="en-US"/>
          </a:p>
        </p:txBody>
      </p:sp>
      <p:sp>
        <p:nvSpPr>
          <p:cNvPr id="1048588" name="Slide Number Placeholder 5"/>
          <p:cNvSpPr>
            <a:spLocks noGrp="1"/>
          </p:cNvSpPr>
          <p:nvPr>
            <p:ph type="sldNum" sz="quarter" idx="4"/>
          </p:nvPr>
        </p:nvSpPr>
        <p:spPr>
          <a:xfrm>
            <a:off x="8590663" y="6041362"/>
            <a:ext cx="683339" cy="365125"/>
          </a:xfrm>
          <a:prstGeom prst="rect"/>
        </p:spPr>
        <p:txBody>
          <a:bodyPr anchor="ctr" bIns="45720" lIns="91440" rIns="91440" rtlCol="0" tIns="45720" vert="horz"/>
          <a:lstStyle>
            <a:lvl1pPr algn="r">
              <a:defRPr sz="900">
                <a:solidFill>
                  <a:schemeClr val="accent1"/>
                </a:solidFill>
              </a:defRPr>
            </a:lvl1pPr>
          </a:lstStyle>
          <a:p>
            <a:fld id="{D57F1E4F-1CFF-5643-939E-217C01CDF565}" type="slidenum">
              <a:rPr lang="en-US" smtClean="0"/>
              <a:t>‹#›</a:t>
            </a:fld>
            <a:endParaRPr dirty="0" lang="en-US"/>
          </a:p>
        </p:txBody>
      </p:sp>
      <p:sp>
        <p:nvSpPr>
          <p:cNvPr id="1048589" name="Date Placeholder 3"/>
          <p:cNvSpPr txBox="1"/>
          <p:nvPr userDrawn="1"/>
        </p:nvSpPr>
        <p:spPr>
          <a:xfrm>
            <a:off x="660396" y="6378906"/>
            <a:ext cx="2743200" cy="365125"/>
          </a:xfrm>
          <a:prstGeom prst="rect"/>
        </p:spPr>
        <p:txBody>
          <a:bodyPr anchor="ctr"/>
          <a:ls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a:lstStyle>
          <a:p>
            <a:fld id="{57BD5F78-1C10-49D6-8616-C9F20406C112}" type="datetime1">
              <a:rPr sz="1100" lang="en-US" smtClean="0">
                <a:solidFill>
                  <a:schemeClr val="accent2"/>
                </a:solidFill>
              </a:rPr>
              <a:t>9/2/2026</a:t>
            </a:fld>
            <a:endParaRPr dirty="0" sz="1100" lang="en-US">
              <a:solidFill>
                <a:schemeClr val="accent2"/>
              </a:solidFill>
            </a:endParaRPr>
          </a:p>
        </p:txBody>
      </p:sp>
      <p:sp>
        <p:nvSpPr>
          <p:cNvPr id="1048590" name="Footer Placeholder 4"/>
          <p:cNvSpPr txBox="1"/>
          <p:nvPr userDrawn="1"/>
        </p:nvSpPr>
        <p:spPr>
          <a:xfrm>
            <a:off x="1445526" y="6378906"/>
            <a:ext cx="4114800" cy="365125"/>
          </a:xfrm>
          <a:prstGeom prst="rect"/>
        </p:spPr>
        <p:txBody>
          <a:bodyPr anchor="ctr"/>
          <a:ls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a:lstStyle>
          <a:p>
            <a:pPr algn="l"/>
            <a:r>
              <a:rPr b="1" dirty="0" sz="1100" lang="en-US">
                <a:solidFill>
                  <a:schemeClr val="accent2"/>
                </a:solidFill>
              </a:rPr>
              <a:t>Annual Review</a:t>
            </a:r>
          </a:p>
        </p:txBody>
      </p:sp>
      <p:sp>
        <p:nvSpPr>
          <p:cNvPr id="1048591" name="Slide Number Placeholder 5"/>
          <p:cNvSpPr txBox="1"/>
          <p:nvPr userDrawn="1"/>
        </p:nvSpPr>
        <p:spPr>
          <a:xfrm>
            <a:off x="8805338" y="6378906"/>
            <a:ext cx="2743200" cy="365125"/>
          </a:xfrm>
          <a:prstGeom prst="rect"/>
        </p:spPr>
        <p:txBody>
          <a:bodyPr anchor="ctr"/>
          <a:ls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a:lstStyle>
          <a:p>
            <a:pPr algn="r"/>
            <a:fld id="{2C18C1E5-FB55-42F5-BD6D-9CC153FCDBE6}" type="slidenum">
              <a:rPr sz="1100" lang="en-US" smtClean="0">
                <a:solidFill>
                  <a:schemeClr val="accent4"/>
                </a:solidFill>
              </a:rPr>
              <a:pPr algn="r"/>
              <a:t>‹#›</a:t>
            </a:fld>
            <a:endParaRPr dirty="0" sz="1100" lang="en-US">
              <a:solidFill>
                <a:schemeClr val="accent4"/>
              </a:solidFill>
            </a:endParaRPr>
          </a:p>
        </p:txBody>
      </p:sp>
    </p:spTree>
  </p:cSld>
  <p:clrMap accent1="accent1" accent2="accent2" accent3="accent3" accent4="accent4" accent5="accent5" accent6="accent6" bg1="lt1" bg2="lt2" tx1="dk1" tx2="dk2"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68" r:id="rId19"/>
    <p:sldLayoutId id="2147483669" r:id="rId20"/>
    <p:sldLayoutId id="2147483670" r:id="rId21"/>
  </p:sldLayoutIdLst>
  <p:hf dt="0" ftr="0" hdr="0" sldNum="1"/>
  <p:txStyles>
    <p:titleStyle>
      <a:lvl1pPr algn="l" defTabSz="457200" eaLnBrk="1" hangingPunct="1" latinLnBrk="0" rtl="0">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algn="l" defTabSz="457200" eaLnBrk="1" hangingPunct="1" indent="-342900" latinLnBrk="0" marL="342900" rtl="0">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algn="l" defTabSz="457200" eaLnBrk="1" hangingPunct="1" latinLnBrk="0" marL="0" rtl="0">
        <a:defRPr sz="1800" kern="1200">
          <a:solidFill>
            <a:schemeClr val="tx1"/>
          </a:solidFill>
          <a:latin typeface="+mn-lt"/>
          <a:ea typeface="+mn-ea"/>
          <a:cs typeface="+mn-cs"/>
        </a:defRPr>
      </a:lvl1pPr>
      <a:lvl2pPr algn="l" defTabSz="457200" eaLnBrk="1" hangingPunct="1" latinLnBrk="0" marL="457200" rtl="0">
        <a:defRPr sz="1800" kern="1200">
          <a:solidFill>
            <a:schemeClr val="tx1"/>
          </a:solidFill>
          <a:latin typeface="+mn-lt"/>
          <a:ea typeface="+mn-ea"/>
          <a:cs typeface="+mn-cs"/>
        </a:defRPr>
      </a:lvl2pPr>
      <a:lvl3pPr algn="l" defTabSz="457200" eaLnBrk="1" hangingPunct="1" latinLnBrk="0" marL="914400" rtl="0">
        <a:defRPr sz="1800" kern="1200">
          <a:solidFill>
            <a:schemeClr val="tx1"/>
          </a:solidFill>
          <a:latin typeface="+mn-lt"/>
          <a:ea typeface="+mn-ea"/>
          <a:cs typeface="+mn-cs"/>
        </a:defRPr>
      </a:lvl3pPr>
      <a:lvl4pPr algn="l" defTabSz="457200" eaLnBrk="1" hangingPunct="1" latinLnBrk="0" marL="1371600" rtl="0">
        <a:defRPr sz="1800" kern="1200">
          <a:solidFill>
            <a:schemeClr val="tx1"/>
          </a:solidFill>
          <a:latin typeface="+mn-lt"/>
          <a:ea typeface="+mn-ea"/>
          <a:cs typeface="+mn-cs"/>
        </a:defRPr>
      </a:lvl4pPr>
      <a:lvl5pPr algn="l" defTabSz="457200" eaLnBrk="1" hangingPunct="1" latinLnBrk="0" marL="1828800" rtl="0">
        <a:defRPr sz="1800" kern="1200">
          <a:solidFill>
            <a:schemeClr val="tx1"/>
          </a:solidFill>
          <a:latin typeface="+mn-lt"/>
          <a:ea typeface="+mn-ea"/>
          <a:cs typeface="+mn-cs"/>
        </a:defRPr>
      </a:lvl5pPr>
      <a:lvl6pPr algn="l" defTabSz="457200" eaLnBrk="1" hangingPunct="1" latinLnBrk="0" marL="2286000" rtl="0">
        <a:defRPr sz="1800" kern="1200">
          <a:solidFill>
            <a:schemeClr val="tx1"/>
          </a:solidFill>
          <a:latin typeface="+mn-lt"/>
          <a:ea typeface="+mn-ea"/>
          <a:cs typeface="+mn-cs"/>
        </a:defRPr>
      </a:lvl6pPr>
      <a:lvl7pPr algn="l" defTabSz="457200" eaLnBrk="1" hangingPunct="1" latinLnBrk="0" marL="2743200" rtl="0">
        <a:defRPr sz="1800" kern="1200">
          <a:solidFill>
            <a:schemeClr val="tx1"/>
          </a:solidFill>
          <a:latin typeface="+mn-lt"/>
          <a:ea typeface="+mn-ea"/>
          <a:cs typeface="+mn-cs"/>
        </a:defRPr>
      </a:lvl7pPr>
      <a:lvl8pPr algn="l" defTabSz="457200" eaLnBrk="1" hangingPunct="1" latinLnBrk="0" marL="3200400" rtl="0">
        <a:defRPr sz="1800" kern="1200">
          <a:solidFill>
            <a:schemeClr val="tx1"/>
          </a:solidFill>
          <a:latin typeface="+mn-lt"/>
          <a:ea typeface="+mn-ea"/>
          <a:cs typeface="+mn-cs"/>
        </a:defRPr>
      </a:lvl8pPr>
      <a:lvl9pPr algn="l" defTabSz="4572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jpeg"/><Relationship Id="rId3"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3.png"/><Relationship Id="rId3"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5.png"/><Relationship Id="rId3" Type="http://schemas.openxmlformats.org/officeDocument/2006/relationships/slideLayout" Target="../slideLayouts/slideLayout18.xml"/><Relationship Id="rId4"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8.png"/><Relationship Id="rId3" Type="http://schemas.openxmlformats.org/officeDocument/2006/relationships/image" Target="../media/image7.png"/><Relationship Id="rId4"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5.jpeg"/><Relationship Id="rId3"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1048599" name="Text Placeholder 1"/>
          <p:cNvSpPr>
            <a:spLocks noGrp="1"/>
          </p:cNvSpPr>
          <p:nvPr>
            <p:ph type="body" sz="quarter" idx="11"/>
          </p:nvPr>
        </p:nvSpPr>
        <p:spPr>
          <a:xfrm>
            <a:off x="957406" y="3588197"/>
            <a:ext cx="3400089" cy="861497"/>
          </a:xfrm>
        </p:spPr>
        <p:txBody>
          <a:bodyPr anchor="t" bIns="45720" lIns="91440" rIns="91440" rtlCol="0" tIns="45720" vert="horz">
            <a:normAutofit fontScale="85000" lnSpcReduction="10000"/>
          </a:bodyPr>
          <a:p>
            <a:pPr algn="l"/>
            <a:r>
              <a:rPr altLang="en-GB" sz="2000" lang="en-US"/>
              <a:t>K</a:t>
            </a:r>
            <a:r>
              <a:rPr altLang="en-GB" sz="2000" lang="en-US"/>
              <a:t>u</a:t>
            </a:r>
            <a:r>
              <a:rPr altLang="en-GB" sz="2000" lang="en-US"/>
              <a:t>s</a:t>
            </a:r>
            <a:r>
              <a:rPr altLang="en-GB" sz="2000" lang="en-US"/>
              <a:t>u</a:t>
            </a:r>
            <a:r>
              <a:rPr altLang="en-GB" sz="2000" lang="en-US"/>
              <a:t>m</a:t>
            </a:r>
            <a:r>
              <a:rPr altLang="en-GB" sz="2000" lang="en-US"/>
              <a:t> V</a:t>
            </a:r>
            <a:r>
              <a:rPr altLang="en-GB" sz="2000" lang="en-US"/>
              <a:t>e</a:t>
            </a:r>
            <a:r>
              <a:rPr altLang="en-GB" sz="2000" lang="en-US"/>
              <a:t>r</a:t>
            </a:r>
            <a:r>
              <a:rPr altLang="en-GB" sz="2000" lang="en-US"/>
              <a:t>ma</a:t>
            </a:r>
            <a:endParaRPr b="0" dirty="0" lang="en-IN">
              <a:solidFill>
                <a:schemeClr val="tx1"/>
              </a:solidFill>
            </a:endParaRPr>
          </a:p>
          <a:p>
            <a:pPr algn="l"/>
            <a:r>
              <a:rPr altLang="en-GB" sz="2000" lang="en-US"/>
              <a:t>M</a:t>
            </a:r>
            <a:r>
              <a:rPr altLang="en-GB" sz="2000" lang="en-US"/>
              <a:t>a</a:t>
            </a:r>
            <a:r>
              <a:rPr altLang="en-GB" sz="2000" lang="en-US"/>
              <a:t>d</a:t>
            </a:r>
            <a:r>
              <a:rPr altLang="en-GB" sz="2000" lang="en-US"/>
              <a:t>h</a:t>
            </a:r>
            <a:r>
              <a:rPr altLang="en-GB" sz="2000" lang="en-US"/>
              <a:t>a</a:t>
            </a:r>
            <a:r>
              <a:rPr altLang="en-GB" sz="2000" lang="en-US"/>
              <a:t>v </a:t>
            </a:r>
            <a:r>
              <a:rPr altLang="en-GB" sz="2000" lang="en-US"/>
              <a:t>Institute </a:t>
            </a:r>
            <a:r>
              <a:rPr altLang="en-GB" sz="2000" lang="en-US"/>
              <a:t>Of </a:t>
            </a:r>
            <a:r>
              <a:rPr altLang="en-GB" sz="2000" lang="en-US"/>
              <a:t>Technology </a:t>
            </a:r>
            <a:r>
              <a:rPr altLang="en-GB" sz="2000" lang="en-US"/>
              <a:t>&amp;</a:t>
            </a:r>
            <a:r>
              <a:rPr altLang="en-GB" sz="2000" lang="en-US"/>
              <a:t> S</a:t>
            </a:r>
            <a:r>
              <a:rPr altLang="en-GB" sz="2000" lang="en-US"/>
              <a:t>c</a:t>
            </a:r>
            <a:r>
              <a:rPr altLang="en-GB" sz="2000" lang="en-US"/>
              <a:t>i</a:t>
            </a:r>
            <a:r>
              <a:rPr altLang="en-GB" sz="2000" lang="en-US"/>
              <a:t>e</a:t>
            </a:r>
            <a:r>
              <a:rPr altLang="en-GB" sz="2000" lang="en-US"/>
              <a:t>n</a:t>
            </a:r>
            <a:r>
              <a:rPr altLang="en-GB" sz="2000" lang="en-US"/>
              <a:t>c</a:t>
            </a:r>
            <a:r>
              <a:rPr altLang="en-GB" sz="2000" lang="en-US"/>
              <a:t>e</a:t>
            </a:r>
            <a:r>
              <a:rPr altLang="en-GB" sz="2000" lang="en-US"/>
              <a:t>,</a:t>
            </a:r>
            <a:r>
              <a:rPr altLang="en-GB" sz="2000" lang="en-US"/>
              <a:t> </a:t>
            </a:r>
            <a:r>
              <a:rPr altLang="en-GB" sz="2000" lang="en-US"/>
              <a:t>G</a:t>
            </a:r>
            <a:r>
              <a:rPr altLang="en-GB" sz="2000" lang="en-US"/>
              <a:t>w</a:t>
            </a:r>
            <a:r>
              <a:rPr altLang="en-GB" sz="2000" lang="en-US"/>
              <a:t>a</a:t>
            </a:r>
            <a:r>
              <a:rPr altLang="en-GB" sz="2000" lang="en-US"/>
              <a:t>l</a:t>
            </a:r>
            <a:r>
              <a:rPr altLang="en-GB" sz="2000" lang="en-US"/>
              <a:t>i</a:t>
            </a:r>
            <a:r>
              <a:rPr altLang="en-GB" sz="2000" lang="en-US"/>
              <a:t>o</a:t>
            </a:r>
            <a:r>
              <a:rPr altLang="en-GB" sz="2000" lang="en-US"/>
              <a:t>r</a:t>
            </a:r>
            <a:r>
              <a:rPr altLang="en-GB" sz="2000" lang="en-US"/>
              <a:t>,</a:t>
            </a:r>
            <a:r>
              <a:rPr altLang="en-GB" sz="2000" lang="en-US"/>
              <a:t> </a:t>
            </a:r>
            <a:r>
              <a:rPr altLang="en-GB" sz="2000" lang="en-US"/>
              <a:t>M</a:t>
            </a:r>
            <a:r>
              <a:rPr altLang="en-GB" sz="2000" lang="en-US"/>
              <a:t>.</a:t>
            </a:r>
            <a:r>
              <a:rPr altLang="en-GB" sz="2000" lang="en-US"/>
              <a:t>P</a:t>
            </a:r>
            <a:endParaRPr b="0" dirty="0" lang="en-IN">
              <a:solidFill>
                <a:schemeClr val="tx1"/>
              </a:solidFill>
            </a:endParaRPr>
          </a:p>
        </p:txBody>
      </p:sp>
      <p:sp>
        <p:nvSpPr>
          <p:cNvPr id="1048600" name="Title 3"/>
          <p:cNvSpPr>
            <a:spLocks noGrp="1"/>
          </p:cNvSpPr>
          <p:nvPr>
            <p:ph type="title"/>
          </p:nvPr>
        </p:nvSpPr>
        <p:spPr>
          <a:xfrm>
            <a:off x="678364" y="2844750"/>
            <a:ext cx="4998720" cy="743448"/>
          </a:xfrm>
        </p:spPr>
        <p:txBody>
          <a:bodyPr>
            <a:normAutofit fontScale="91667"/>
          </a:bodyPr>
          <a:p>
            <a:r>
              <a:rPr sz="2400"/>
              <a:t>Seasonal Agriculture Performance Analysis</a:t>
            </a:r>
            <a:endParaRPr dirty="0" sz="3200" lang="en-IN"/>
          </a:p>
        </p:txBody>
      </p:sp>
      <p:pic>
        <p:nvPicPr>
          <p:cNvPr id="2097152" name="Picture 5"/>
          <p:cNvPicPr>
            <a:picLocks noChangeAspect="1"/>
          </p:cNvPicPr>
          <p:nvPr/>
        </p:nvPicPr>
        <p:blipFill rotWithShape="1">
          <a:blip xmlns:r="http://schemas.openxmlformats.org/officeDocument/2006/relationships" r:embed="rId1"/>
          <a:srcRect t="96181"/>
          <a:stretch>
            <a:fillRect/>
          </a:stretch>
        </p:blipFill>
        <p:spPr>
          <a:xfrm>
            <a:off x="675957" y="6471920"/>
            <a:ext cx="2143125" cy="193040"/>
          </a:xfrm>
          <a:prstGeom prst="rect"/>
        </p:spPr>
      </p:pic>
      <p:sp>
        <p:nvSpPr>
          <p:cNvPr id="1048602" name="TextBox 2"/>
          <p:cNvSpPr txBox="1"/>
          <p:nvPr/>
        </p:nvSpPr>
        <p:spPr>
          <a:xfrm>
            <a:off x="957406" y="4576469"/>
            <a:ext cx="3913095" cy="574041"/>
          </a:xfrm>
          <a:prstGeom prst="rect"/>
          <a:noFill/>
        </p:spPr>
        <p:txBody>
          <a:bodyPr rtlCol="0" wrap="square">
            <a:spAutoFit/>
          </a:bodyPr>
          <a:p>
            <a:r>
              <a:rPr sz="1600"/>
              <a:t>AICTE STU ID: </a:t>
            </a:r>
            <a:r>
              <a:rPr altLang="en-GB" sz="1600" lang="en-US"/>
              <a:t>[</a:t>
            </a:r>
            <a:r>
              <a:rPr altLang="en-GB" sz="1600" lang="en-US"/>
              <a:t>STU6a5f03805a1ed1784611712</a:t>
            </a:r>
            <a:r>
              <a:rPr sz="1600"/>
              <a:t>]</a:t>
            </a:r>
            <a:endParaRPr altLang="en-US" lang="zh-CN"/>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26" presetSubtype="0">
                                  <p:stCondLst>
                                    <p:cond delay="0"/>
                                  </p:stCondLst>
                                  <p:childTnLst>
                                    <p:set>
                                      <p:cBhvr>
                                        <p:cTn dur="1" fill="hold" id="6">
                                          <p:stCondLst>
                                            <p:cond delay="0"/>
                                          </p:stCondLst>
                                        </p:cTn>
                                        <p:tgtEl>
                                          <p:spTgt spid="1048600"/>
                                        </p:tgtEl>
                                        <p:attrNameLst>
                                          <p:attrName>style.visibility</p:attrName>
                                        </p:attrNameLst>
                                      </p:cBhvr>
                                      <p:to>
                                        <p:strVal val="visible"/>
                                      </p:to>
                                    </p:set>
                                    <p:animEffect transition="in" filter="wipe(down)">
                                      <p:cBhvr>
                                        <p:cTn dur="580" id="7">
                                          <p:stCondLst>
                                            <p:cond delay="0"/>
                                          </p:stCondLst>
                                        </p:cTn>
                                        <p:tgtEl>
                                          <p:spTgt spid="1048600"/>
                                        </p:tgtEl>
                                      </p:cBhvr>
                                    </p:animEffect>
                                    <p:anim calcmode="lin" valueType="num">
                                      <p:cBhvr>
                                        <p:cTn dur="1822" id="8" tmFilter="0,0; 0.14,0.36; 0.43,0.73; 0.71,0.91; 1.0,1.0">
                                          <p:stCondLst>
                                            <p:cond delay="0"/>
                                          </p:stCondLst>
                                        </p:cTn>
                                        <p:tgtEl>
                                          <p:spTgt spid="1048600"/>
                                        </p:tgtEl>
                                        <p:attrNameLst>
                                          <p:attrName>ppt_x</p:attrName>
                                        </p:attrNameLst>
                                      </p:cBhvr>
                                      <p:tavLst>
                                        <p:tav tm="0">
                                          <p:val>
                                            <p:strVal val="#ppt_x-0.25"/>
                                          </p:val>
                                        </p:tav>
                                        <p:tav tm="100000">
                                          <p:val>
                                            <p:strVal val="#ppt_x"/>
                                          </p:val>
                                        </p:tav>
                                      </p:tavLst>
                                    </p:anim>
                                    <p:anim calcmode="lin" valueType="num">
                                      <p:cBhvr>
                                        <p:cTn dur="664" id="9" tmFilter="0.0,0.0; 0.25,0.07; 0.50,0.2; 0.75,0.467; 1.0,1.0">
                                          <p:stCondLst>
                                            <p:cond delay="0"/>
                                          </p:stCondLst>
                                        </p:cTn>
                                        <p:tgtEl>
                                          <p:spTgt spid="1048600"/>
                                        </p:tgtEl>
                                        <p:attrNameLst>
                                          <p:attrName>ppt_y</p:attrName>
                                        </p:attrNameLst>
                                      </p:cBhvr>
                                      <p:tavLst>
                                        <p:tav fmla="#ppt_y-sin(pi*$)/3" tm="0">
                                          <p:val>
                                            <p:fltVal val="0.5"/>
                                          </p:val>
                                        </p:tav>
                                        <p:tav tm="100000">
                                          <p:val>
                                            <p:fltVal val="1.0"/>
                                          </p:val>
                                        </p:tav>
                                      </p:tavLst>
                                    </p:anim>
                                    <p:anim calcmode="lin" valueType="num">
                                      <p:cBhvr>
                                        <p:cTn dur="664" id="10" tmFilter="0, 0; 0.125,0.2665; 0.25,0.4; 0.375,0.465; 0.5,0.5;  0.625,0.535; 0.75,0.6; 0.875,0.7335; 1,1">
                                          <p:stCondLst>
                                            <p:cond delay="664"/>
                                          </p:stCondLst>
                                        </p:cTn>
                                        <p:tgtEl>
                                          <p:spTgt spid="1048600"/>
                                        </p:tgtEl>
                                        <p:attrNameLst>
                                          <p:attrName>ppt_y</p:attrName>
                                        </p:attrNameLst>
                                      </p:cBhvr>
                                      <p:tavLst>
                                        <p:tav fmla="#ppt_y-sin(pi*$)/9" tm="0">
                                          <p:val>
                                            <p:fltVal val="0.0"/>
                                          </p:val>
                                        </p:tav>
                                        <p:tav tm="100000">
                                          <p:val>
                                            <p:fltVal val="1.0"/>
                                          </p:val>
                                        </p:tav>
                                      </p:tavLst>
                                    </p:anim>
                                    <p:anim calcmode="lin" valueType="num">
                                      <p:cBhvr>
                                        <p:cTn dur="332" id="11" tmFilter="0, 0; 0.125,0.2665; 0.25,0.4; 0.375,0.465; 0.5,0.5;  0.625,0.535; 0.75,0.6; 0.875,0.7335; 1,1">
                                          <p:stCondLst>
                                            <p:cond delay="1324"/>
                                          </p:stCondLst>
                                        </p:cTn>
                                        <p:tgtEl>
                                          <p:spTgt spid="1048600"/>
                                        </p:tgtEl>
                                        <p:attrNameLst>
                                          <p:attrName>ppt_y</p:attrName>
                                        </p:attrNameLst>
                                      </p:cBhvr>
                                      <p:tavLst>
                                        <p:tav fmla="#ppt_y-sin(pi*$)/27" tm="0">
                                          <p:val>
                                            <p:fltVal val="0.0"/>
                                          </p:val>
                                        </p:tav>
                                        <p:tav tm="100000">
                                          <p:val>
                                            <p:fltVal val="1.0"/>
                                          </p:val>
                                        </p:tav>
                                      </p:tavLst>
                                    </p:anim>
                                    <p:anim calcmode="lin" valueType="num">
                                      <p:cBhvr>
                                        <p:cTn dur="164" id="12" tmFilter="0, 0; 0.125,0.2665; 0.25,0.4; 0.375,0.465; 0.5,0.5;  0.625,0.535; 0.75,0.6; 0.875,0.7335; 1,1">
                                          <p:stCondLst>
                                            <p:cond delay="1656"/>
                                          </p:stCondLst>
                                        </p:cTn>
                                        <p:tgtEl>
                                          <p:spTgt spid="1048600"/>
                                        </p:tgtEl>
                                        <p:attrNameLst>
                                          <p:attrName>ppt_y</p:attrName>
                                        </p:attrNameLst>
                                      </p:cBhvr>
                                      <p:tavLst>
                                        <p:tav fmla="#ppt_y-sin(pi*$)/81" tm="0">
                                          <p:val>
                                            <p:fltVal val="0.0"/>
                                          </p:val>
                                        </p:tav>
                                        <p:tav tm="100000">
                                          <p:val>
                                            <p:fltVal val="1.0"/>
                                          </p:val>
                                        </p:tav>
                                      </p:tavLst>
                                    </p:anim>
                                    <p:animScale>
                                      <p:cBhvr>
                                        <p:cTn dur="26" id="13">
                                          <p:stCondLst>
                                            <p:cond delay="650"/>
                                          </p:stCondLst>
                                        </p:cTn>
                                        <p:tgtEl>
                                          <p:spTgt spid="1048600"/>
                                        </p:tgtEl>
                                      </p:cBhvr>
                                      <p:to x="100000" y="60000"/>
                                    </p:animScale>
                                    <p:animScale>
                                      <p:cBhvr>
                                        <p:cTn decel="50000" dur="166" id="14">
                                          <p:stCondLst>
                                            <p:cond delay="676"/>
                                          </p:stCondLst>
                                        </p:cTn>
                                        <p:tgtEl>
                                          <p:spTgt spid="1048600"/>
                                        </p:tgtEl>
                                      </p:cBhvr>
                                      <p:to x="100000" y="100000"/>
                                    </p:animScale>
                                    <p:animScale>
                                      <p:cBhvr>
                                        <p:cTn dur="26" id="15">
                                          <p:stCondLst>
                                            <p:cond delay="1312"/>
                                          </p:stCondLst>
                                        </p:cTn>
                                        <p:tgtEl>
                                          <p:spTgt spid="1048600"/>
                                        </p:tgtEl>
                                      </p:cBhvr>
                                      <p:to x="100000" y="80000"/>
                                    </p:animScale>
                                    <p:animScale>
                                      <p:cBhvr>
                                        <p:cTn decel="50000" dur="166" id="16">
                                          <p:stCondLst>
                                            <p:cond delay="1338"/>
                                          </p:stCondLst>
                                        </p:cTn>
                                        <p:tgtEl>
                                          <p:spTgt spid="1048600"/>
                                        </p:tgtEl>
                                      </p:cBhvr>
                                      <p:to x="100000" y="100000"/>
                                    </p:animScale>
                                    <p:animScale>
                                      <p:cBhvr>
                                        <p:cTn dur="26" id="17">
                                          <p:stCondLst>
                                            <p:cond delay="1642"/>
                                          </p:stCondLst>
                                        </p:cTn>
                                        <p:tgtEl>
                                          <p:spTgt spid="1048600"/>
                                        </p:tgtEl>
                                      </p:cBhvr>
                                      <p:to x="100000" y="90000"/>
                                    </p:animScale>
                                    <p:animScale>
                                      <p:cBhvr>
                                        <p:cTn decel="50000" dur="166" id="18">
                                          <p:stCondLst>
                                            <p:cond delay="1668"/>
                                          </p:stCondLst>
                                        </p:cTn>
                                        <p:tgtEl>
                                          <p:spTgt spid="1048600"/>
                                        </p:tgtEl>
                                      </p:cBhvr>
                                      <p:to x="100000" y="100000"/>
                                    </p:animScale>
                                    <p:animScale>
                                      <p:cBhvr>
                                        <p:cTn dur="26" id="19">
                                          <p:stCondLst>
                                            <p:cond delay="1808"/>
                                          </p:stCondLst>
                                        </p:cTn>
                                        <p:tgtEl>
                                          <p:spTgt spid="1048600"/>
                                        </p:tgtEl>
                                      </p:cBhvr>
                                      <p:to x="100000" y="95000"/>
                                    </p:animScale>
                                    <p:animScale>
                                      <p:cBhvr>
                                        <p:cTn decel="50000" dur="166" id="20">
                                          <p:stCondLst>
                                            <p:cond delay="1834"/>
                                          </p:stCondLst>
                                        </p:cTn>
                                        <p:tgtEl>
                                          <p:spTgt spid="1048600"/>
                                        </p:tgtEl>
                                      </p:cBhvr>
                                      <p:to x="100000" y="100000"/>
                                    </p:animScale>
                                  </p:childTnLst>
                                </p:cTn>
                              </p:par>
                            </p:childTnLst>
                          </p:cTn>
                        </p:par>
                      </p:childTnLst>
                    </p:cTn>
                  </p:par>
                  <p:par>
                    <p:cTn fill="hold" id="28">
                      <p:stCondLst>
                        <p:cond delay="indefinite"/>
                      </p:stCondLst>
                      <p:childTnLst>
                        <p:par>
                          <p:cTn fill="hold" id="29">
                            <p:stCondLst>
                              <p:cond delay="0"/>
                            </p:stCondLst>
                            <p:childTnLst>
                              <p:par>
                                <p:cTn fill="hold" grpId="0" id="30" nodeType="clickEffect" presetClass="entr" presetID="14" presetSubtype="10">
                                  <p:stCondLst>
                                    <p:cond delay="0"/>
                                  </p:stCondLst>
                                  <p:childTnLst>
                                    <p:set>
                                      <p:cBhvr>
                                        <p:cTn dur="1" fill="hold" id="31">
                                          <p:stCondLst>
                                            <p:cond delay="0"/>
                                          </p:stCondLst>
                                        </p:cTn>
                                        <p:tgtEl>
                                          <p:spTgt spid="1048599">
                                            <p:txEl>
                                              <p:pRg st="0" end="0"/>
                                            </p:txEl>
                                          </p:spTgt>
                                        </p:tgtEl>
                                        <p:attrNameLst>
                                          <p:attrName>style.visibility</p:attrName>
                                        </p:attrNameLst>
                                      </p:cBhvr>
                                      <p:to>
                                        <p:strVal val="visible"/>
                                      </p:to>
                                    </p:set>
                                    <p:animEffect transition="in" filter="randombar(horizontal)">
                                      <p:cBhvr>
                                        <p:cTn dur="500" id="32"/>
                                        <p:tgtEl>
                                          <p:spTgt spid="1048599">
                                            <p:txEl>
                                              <p:pRg st="0" end="0"/>
                                            </p:txEl>
                                          </p:spTgt>
                                        </p:tgtEl>
                                      </p:cBhvr>
                                    </p:animEffect>
                                  </p:childTnLst>
                                </p:cTn>
                              </p:par>
                            </p:childTnLst>
                          </p:cTn>
                        </p:par>
                      </p:childTnLst>
                    </p:cTn>
                  </p:par>
                  <p:par>
                    <p:cTn fill="hold" id="33">
                      <p:stCondLst>
                        <p:cond delay="indefinite"/>
                      </p:stCondLst>
                      <p:childTnLst>
                        <p:par>
                          <p:cTn fill="hold" id="34">
                            <p:stCondLst>
                              <p:cond delay="0"/>
                            </p:stCondLst>
                            <p:childTnLst>
                              <p:par>
                                <p:cTn fill="hold" grpId="0" id="35" nodeType="clickEffect" presetClass="entr" presetID="14" presetSubtype="10">
                                  <p:stCondLst>
                                    <p:cond delay="0"/>
                                  </p:stCondLst>
                                  <p:childTnLst>
                                    <p:set>
                                      <p:cBhvr>
                                        <p:cTn dur="1" fill="hold" id="36">
                                          <p:stCondLst>
                                            <p:cond delay="0"/>
                                          </p:stCondLst>
                                        </p:cTn>
                                        <p:tgtEl>
                                          <p:spTgt spid="1048599">
                                            <p:txEl>
                                              <p:pRg st="1" end="1"/>
                                            </p:txEl>
                                          </p:spTgt>
                                        </p:tgtEl>
                                        <p:attrNameLst>
                                          <p:attrName>style.visibility</p:attrName>
                                        </p:attrNameLst>
                                      </p:cBhvr>
                                      <p:to>
                                        <p:strVal val="visible"/>
                                      </p:to>
                                    </p:set>
                                    <p:animEffect transition="in" filter="randombar(horizontal)">
                                      <p:cBhvr>
                                        <p:cTn dur="500" id="37"/>
                                        <p:tgtEl>
                                          <p:spTgt spid="104859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599" grpId="0" build="p"/>
      <p:bldP spid="104860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43" name=""/>
        <p:cNvGrpSpPr/>
        <p:nvPr/>
      </p:nvGrpSpPr>
      <p:grpSpPr>
        <a:xfrm>
          <a:off x="0" y="0"/>
          <a:ext cx="0" cy="0"/>
          <a:chOff x="0" y="0"/>
          <a:chExt cx="0" cy="0"/>
        </a:xfrm>
      </p:grpSpPr>
      <p:sp>
        <p:nvSpPr>
          <p:cNvPr id="1048609" name="Text Placeholder 1"/>
          <p:cNvSpPr>
            <a:spLocks noGrp="1"/>
          </p:cNvSpPr>
          <p:nvPr>
            <p:ph type="body" sz="quarter" idx="12"/>
          </p:nvPr>
        </p:nvSpPr>
        <p:spPr>
          <a:xfrm>
            <a:off x="1046480" y="1875556"/>
            <a:ext cx="6431280" cy="3607987"/>
          </a:xfrm>
        </p:spPr>
        <p:txBody>
          <a:bodyPr anchor="t" bIns="45720" lIns="91440" rIns="91440" rtlCol="0" tIns="45720" vert="horz">
            <a:normAutofit/>
          </a:bodyPr>
          <a:p>
            <a:pPr>
              <a:lnSpc>
                <a:spcPct val="150000"/>
              </a:lnSpc>
            </a:pPr>
            <a:r>
              <a:rPr sz="1800"/>
              <a:t>Agricultural activities are influenced by seasonal variations in environmental conditions, farming practices, resource availability and market conditions. This project analyzes the dataset to identify seasonal differences, patterns, trends and relationships in agricultural performance.</a:t>
            </a:r>
          </a:p>
        </p:txBody>
      </p:sp>
      <p:sp>
        <p:nvSpPr>
          <p:cNvPr id="1048610" name="Title 3"/>
          <p:cNvSpPr>
            <a:spLocks noGrp="1"/>
          </p:cNvSpPr>
          <p:nvPr>
            <p:ph type="title"/>
          </p:nvPr>
        </p:nvSpPr>
        <p:spPr>
          <a:xfrm>
            <a:off x="754602" y="550417"/>
            <a:ext cx="6995604" cy="790111"/>
          </a:xfrm>
        </p:spPr>
        <p:txBody>
          <a:bodyPr>
            <a:normAutofit fontScale="96250"/>
          </a:bodyPr>
          <a:p>
            <a:r>
              <a:rPr dirty="0" lang="en-US"/>
              <a:t>PROBLEM  STATEMENT</a:t>
            </a:r>
            <a:endParaRPr dirty="0" lang="en-IN"/>
          </a:p>
        </p:txBody>
      </p:sp>
      <p:pic>
        <p:nvPicPr>
          <p:cNvPr id="2097153" name="Picture 4"/>
          <p:cNvPicPr>
            <a:picLocks noChangeAspect="1"/>
          </p:cNvPicPr>
          <p:nvPr/>
        </p:nvPicPr>
        <p:blipFill>
          <a:blip xmlns:r="http://schemas.openxmlformats.org/officeDocument/2006/relationships" r:embed="rId1"/>
          <a:stretch>
            <a:fillRect/>
          </a:stretch>
        </p:blipFill>
        <p:spPr>
          <a:xfrm>
            <a:off x="7995684" y="2930834"/>
            <a:ext cx="2760758" cy="3264409"/>
          </a:xfrm>
          <a:prstGeom prst="rect"/>
        </p:spPr>
      </p:pic>
      <p:pic>
        <p:nvPicPr>
          <p:cNvPr id="2097154" name="Picture 5"/>
          <p:cNvPicPr>
            <a:picLocks noChangeAspect="1"/>
          </p:cNvPicPr>
          <p:nvPr/>
        </p:nvPicPr>
        <p:blipFill rotWithShape="1">
          <a:blip xmlns:r="http://schemas.openxmlformats.org/officeDocument/2006/relationships" r:embed="rId2"/>
          <a:srcRect t="96181"/>
          <a:stretch>
            <a:fillRect/>
          </a:stretch>
        </p:blipFill>
        <p:spPr>
          <a:xfrm>
            <a:off x="675957" y="6471920"/>
            <a:ext cx="2143125" cy="193040"/>
          </a:xfrm>
          <a:prstGeom prst="rect"/>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1048610"/>
                                        </p:tgtEl>
                                        <p:attrNameLst>
                                          <p:attrName>style.visibility</p:attrName>
                                        </p:attrNameLst>
                                      </p:cBhvr>
                                      <p:to>
                                        <p:strVal val="visible"/>
                                      </p:to>
                                    </p:set>
                                    <p:anim calcmode="lin" valueType="num">
                                      <p:cBhvr>
                                        <p:cTn dur="500" fill="hold" id="7"/>
                                        <p:tgtEl>
                                          <p:spTgt spid="1048610"/>
                                        </p:tgtEl>
                                        <p:attrNameLst>
                                          <p:attrName>ppt_w</p:attrName>
                                        </p:attrNameLst>
                                      </p:cBhvr>
                                      <p:tavLst>
                                        <p:tav tm="0">
                                          <p:val>
                                            <p:fltVal val="0.0"/>
                                          </p:val>
                                        </p:tav>
                                        <p:tav tm="100000">
                                          <p:val>
                                            <p:strVal val="#ppt_w"/>
                                          </p:val>
                                        </p:tav>
                                      </p:tavLst>
                                    </p:anim>
                                    <p:anim calcmode="lin" valueType="num">
                                      <p:cBhvr>
                                        <p:cTn dur="500" fill="hold" id="8"/>
                                        <p:tgtEl>
                                          <p:spTgt spid="1048610"/>
                                        </p:tgtEl>
                                        <p:attrNameLst>
                                          <p:attrName>ppt_h</p:attrName>
                                        </p:attrNameLst>
                                      </p:cBhvr>
                                      <p:tavLst>
                                        <p:tav tm="0">
                                          <p:val>
                                            <p:fltVal val="0.0"/>
                                          </p:val>
                                        </p:tav>
                                        <p:tav tm="100000">
                                          <p:val>
                                            <p:strVal val="#ppt_h"/>
                                          </p:val>
                                        </p:tav>
                                      </p:tavLst>
                                    </p:anim>
                                    <p:animEffect transition="in" filter="fade">
                                      <p:cBhvr>
                                        <p:cTn dur="500" id="9"/>
                                        <p:tgtEl>
                                          <p:spTgt spid="1048610"/>
                                        </p:tgtEl>
                                      </p:cBhvr>
                                    </p:animEffect>
                                  </p:childTnLst>
                                </p:cTn>
                              </p:par>
                            </p:childTnLst>
                          </p:cTn>
                        </p:par>
                      </p:childTnLst>
                    </p:cTn>
                  </p:par>
                  <p:par>
                    <p:cTn fill="hold" id="10">
                      <p:stCondLst>
                        <p:cond delay="indefinite"/>
                      </p:stCondLst>
                      <p:childTnLst>
                        <p:par>
                          <p:cTn fill="hold" id="11">
                            <p:stCondLst>
                              <p:cond delay="0"/>
                            </p:stCondLst>
                            <p:childTnLst>
                              <p:par>
                                <p:cTn fill="hold" grpId="0" id="12" nodeType="clickEffect" presetClass="entr" presetID="42" presetSubtype="0">
                                  <p:stCondLst>
                                    <p:cond delay="0"/>
                                  </p:stCondLst>
                                  <p:childTnLst>
                                    <p:set>
                                      <p:cBhvr>
                                        <p:cTn dur="1" fill="hold" id="13">
                                          <p:stCondLst>
                                            <p:cond delay="0"/>
                                          </p:stCondLst>
                                        </p:cTn>
                                        <p:tgtEl>
                                          <p:spTgt spid="1048609">
                                            <p:txEl>
                                              <p:pRg st="0" end="0"/>
                                            </p:txEl>
                                          </p:spTgt>
                                        </p:tgtEl>
                                        <p:attrNameLst>
                                          <p:attrName>style.visibility</p:attrName>
                                        </p:attrNameLst>
                                      </p:cBhvr>
                                      <p:to>
                                        <p:strVal val="visible"/>
                                      </p:to>
                                    </p:set>
                                    <p:animEffect transition="in" filter="fade">
                                      <p:cBhvr>
                                        <p:cTn dur="1000" id="14"/>
                                        <p:tgtEl>
                                          <p:spTgt spid="1048609">
                                            <p:txEl>
                                              <p:pRg st="0" end="0"/>
                                            </p:txEl>
                                          </p:spTgt>
                                        </p:tgtEl>
                                      </p:cBhvr>
                                    </p:animEffect>
                                    <p:anim calcmode="lin" valueType="num">
                                      <p:cBhvr>
                                        <p:cTn dur="1000" fill="hold" id="15"/>
                                        <p:tgtEl>
                                          <p:spTgt spid="1048609">
                                            <p:txEl>
                                              <p:pRg st="0" end="0"/>
                                            </p:txEl>
                                          </p:spTgt>
                                        </p:tgtEl>
                                        <p:attrNameLst>
                                          <p:attrName>ppt_x</p:attrName>
                                        </p:attrNameLst>
                                      </p:cBhvr>
                                      <p:tavLst>
                                        <p:tav tm="0">
                                          <p:val>
                                            <p:strVal val="#ppt_x"/>
                                          </p:val>
                                        </p:tav>
                                        <p:tav tm="100000">
                                          <p:val>
                                            <p:strVal val="#ppt_x"/>
                                          </p:val>
                                        </p:tav>
                                      </p:tavLst>
                                    </p:anim>
                                    <p:anim calcmode="lin" valueType="num">
                                      <p:cBhvr>
                                        <p:cTn dur="1000" fill="hold" id="16"/>
                                        <p:tgtEl>
                                          <p:spTgt spid="1048609">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09" grpId="0" build="p"/>
      <p:bldP spid="1048610"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44" name=""/>
        <p:cNvGrpSpPr/>
        <p:nvPr/>
      </p:nvGrpSpPr>
      <p:grpSpPr>
        <a:xfrm>
          <a:off x="0" y="0"/>
          <a:ext cx="0" cy="0"/>
          <a:chOff x="0" y="0"/>
          <a:chExt cx="0" cy="0"/>
        </a:xfrm>
      </p:grpSpPr>
      <p:sp>
        <p:nvSpPr>
          <p:cNvPr id="1048611" name="Title 2"/>
          <p:cNvSpPr>
            <a:spLocks noGrp="1"/>
          </p:cNvSpPr>
          <p:nvPr>
            <p:ph type="title"/>
          </p:nvPr>
        </p:nvSpPr>
        <p:spPr>
          <a:xfrm>
            <a:off x="660399" y="805213"/>
            <a:ext cx="6276109" cy="830997"/>
          </a:xfrm>
        </p:spPr>
        <p:txBody>
          <a:bodyPr>
            <a:normAutofit fontScale="90000"/>
          </a:bodyPr>
          <a:p>
            <a:r>
              <a:rPr sz="1600"/>
              <a:t>Project Description</a:t>
            </a:r>
            <a:br/>
            <a:br/>
            <a:r>
              <a:rPr sz="1600"/>
              <a:t>This project performs an end-to-end data analytics study on 4,000 agricultural records across Kharif, Rabi and Zaid seasons. The analysis includes data cleaning, seasonal comparison, crop-level analysis, environmental/resource analysis, profitability analysis and data-driven recommendations.</a:t>
            </a:r>
            <a:endParaRPr dirty="0" lang="en-IN"/>
          </a:p>
        </p:txBody>
      </p:sp>
      <p:pic>
        <p:nvPicPr>
          <p:cNvPr id="2097155" name="Picture 4"/>
          <p:cNvPicPr>
            <a:picLocks noChangeAspect="1"/>
          </p:cNvPicPr>
          <p:nvPr/>
        </p:nvPicPr>
        <p:blipFill rotWithShape="1">
          <a:blip xmlns:r="http://schemas.openxmlformats.org/officeDocument/2006/relationships" r:embed="rId1"/>
          <a:srcRect t="96181"/>
          <a:stretch>
            <a:fillRect/>
          </a:stretch>
        </p:blipFill>
        <p:spPr>
          <a:xfrm>
            <a:off x="675957" y="6471920"/>
            <a:ext cx="2143125" cy="193040"/>
          </a:xfrm>
          <a:prstGeom prst="rect"/>
        </p:spPr>
      </p:pic>
      <p:pic>
        <p:nvPicPr>
          <p:cNvPr id="2097156" name="Picture 5"/>
          <p:cNvPicPr>
            <a:picLocks noChangeAspect="1"/>
          </p:cNvPicPr>
          <p:nvPr/>
        </p:nvPicPr>
        <p:blipFill>
          <a:blip xmlns:r="http://schemas.openxmlformats.org/officeDocument/2006/relationships" r:embed="rId2"/>
          <a:stretch>
            <a:fillRect/>
          </a:stretch>
        </p:blipFill>
        <p:spPr>
          <a:xfrm>
            <a:off x="467359" y="6410461"/>
            <a:ext cx="3706253" cy="296092"/>
          </a:xfrm>
          <a:prstGeom prst="rect"/>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1048611"/>
                                        </p:tgtEl>
                                        <p:attrNameLst>
                                          <p:attrName>style.visibility</p:attrName>
                                        </p:attrNameLst>
                                      </p:cBhvr>
                                      <p:to>
                                        <p:strVal val="visible"/>
                                      </p:to>
                                    </p:set>
                                    <p:anim calcmode="lin" valueType="num">
                                      <p:cBhvr>
                                        <p:cTn dur="500" fill="hold" id="7"/>
                                        <p:tgtEl>
                                          <p:spTgt spid="1048611"/>
                                        </p:tgtEl>
                                        <p:attrNameLst>
                                          <p:attrName>ppt_w</p:attrName>
                                        </p:attrNameLst>
                                      </p:cBhvr>
                                      <p:tavLst>
                                        <p:tav tm="0">
                                          <p:val>
                                            <p:fltVal val="0.0"/>
                                          </p:val>
                                        </p:tav>
                                        <p:tav tm="100000">
                                          <p:val>
                                            <p:strVal val="#ppt_w"/>
                                          </p:val>
                                        </p:tav>
                                      </p:tavLst>
                                    </p:anim>
                                    <p:anim calcmode="lin" valueType="num">
                                      <p:cBhvr>
                                        <p:cTn dur="500" fill="hold" id="8"/>
                                        <p:tgtEl>
                                          <p:spTgt spid="1048611"/>
                                        </p:tgtEl>
                                        <p:attrNameLst>
                                          <p:attrName>ppt_h</p:attrName>
                                        </p:attrNameLst>
                                      </p:cBhvr>
                                      <p:tavLst>
                                        <p:tav tm="0">
                                          <p:val>
                                            <p:fltVal val="0.0"/>
                                          </p:val>
                                        </p:tav>
                                        <p:tav tm="100000">
                                          <p:val>
                                            <p:strVal val="#ppt_h"/>
                                          </p:val>
                                        </p:tav>
                                      </p:tavLst>
                                    </p:anim>
                                    <p:animEffect transition="in" filter="fade">
                                      <p:cBhvr>
                                        <p:cTn dur="500" id="9"/>
                                        <p:tgtEl>
                                          <p:spTgt spid="1048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45" name=""/>
        <p:cNvGrpSpPr/>
        <p:nvPr/>
      </p:nvGrpSpPr>
      <p:grpSpPr>
        <a:xfrm>
          <a:off x="0" y="0"/>
          <a:ext cx="0" cy="0"/>
          <a:chOff x="0" y="0"/>
          <a:chExt cx="0" cy="0"/>
        </a:xfrm>
      </p:grpSpPr>
      <p:sp>
        <p:nvSpPr>
          <p:cNvPr id="1048612" name="Text Placeholder 1"/>
          <p:cNvSpPr>
            <a:spLocks noGrp="1"/>
          </p:cNvSpPr>
          <p:nvPr>
            <p:ph type="body" sz="quarter" idx="12"/>
          </p:nvPr>
        </p:nvSpPr>
        <p:spPr>
          <a:xfrm>
            <a:off x="721359" y="1991360"/>
            <a:ext cx="7904481" cy="3990023"/>
          </a:xfrm>
        </p:spPr>
        <p:txBody>
          <a:bodyPr>
            <a:normAutofit/>
          </a:bodyPr>
          <a:p>
            <a:pPr algn="just">
              <a:lnSpc>
                <a:spcPct val="150000"/>
              </a:lnSpc>
            </a:pPr>
            <a:r>
              <a:rPr sz="1600"/>
              <a:t>• Farmers – understand seasonal performance and resource requirements</a:t>
            </a:r>
            <a:br/>
            <a:r>
              <a:rPr sz="1600"/>
              <a:t>• Agricultural planners &amp; policy makers – support evidence-based planning</a:t>
            </a:r>
            <a:br/>
            <a:r>
              <a:rPr sz="1600"/>
              <a:t>• Agribusiness organizations – assess production and profitability patterns</a:t>
            </a:r>
            <a:br/>
            <a:r>
              <a:rPr sz="1600"/>
              <a:t>• Researchers &amp; analysts – study crop, climate and resource relationships</a:t>
            </a:r>
            <a:br/>
            <a:r>
              <a:rPr sz="1600"/>
              <a:t>• Students &amp; educators – use as a real-world analytics case study</a:t>
            </a:r>
            <a:endParaRPr dirty="0" sz="3600" lang="en-IN"/>
          </a:p>
        </p:txBody>
      </p:sp>
      <p:sp>
        <p:nvSpPr>
          <p:cNvPr id="1048613" name="Title 3"/>
          <p:cNvSpPr>
            <a:spLocks noGrp="1"/>
          </p:cNvSpPr>
          <p:nvPr>
            <p:ph type="title"/>
          </p:nvPr>
        </p:nvSpPr>
        <p:spPr>
          <a:xfrm>
            <a:off x="620008" y="876617"/>
            <a:ext cx="10046070" cy="802641"/>
          </a:xfrm>
        </p:spPr>
        <p:txBody>
          <a:bodyPr>
            <a:normAutofit/>
          </a:bodyPr>
          <a:p>
            <a:r>
              <a:rPr dirty="0" sz="3200" lang="en-US"/>
              <a:t>WHO ARE THE END USERS?</a:t>
            </a:r>
            <a:endParaRPr dirty="0" sz="2000" lang="en-IN"/>
          </a:p>
        </p:txBody>
      </p:sp>
      <p:pic>
        <p:nvPicPr>
          <p:cNvPr id="2097157" name="Picture 5"/>
          <p:cNvPicPr>
            <a:picLocks noChangeAspect="1"/>
          </p:cNvPicPr>
          <p:nvPr/>
        </p:nvPicPr>
        <p:blipFill>
          <a:blip xmlns:r="http://schemas.openxmlformats.org/officeDocument/2006/relationships" r:embed="rId1"/>
          <a:stretch>
            <a:fillRect/>
          </a:stretch>
        </p:blipFill>
        <p:spPr>
          <a:xfrm>
            <a:off x="721359" y="6176804"/>
            <a:ext cx="2181225" cy="485775"/>
          </a:xfrm>
          <a:prstGeom prst="rect"/>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1048613"/>
                                        </p:tgtEl>
                                        <p:attrNameLst>
                                          <p:attrName>style.visibility</p:attrName>
                                        </p:attrNameLst>
                                      </p:cBhvr>
                                      <p:to>
                                        <p:strVal val="visible"/>
                                      </p:to>
                                    </p:set>
                                    <p:anim calcmode="lin" valueType="num">
                                      <p:cBhvr>
                                        <p:cTn dur="500" fill="hold" id="7"/>
                                        <p:tgtEl>
                                          <p:spTgt spid="1048613"/>
                                        </p:tgtEl>
                                        <p:attrNameLst>
                                          <p:attrName>ppt_w</p:attrName>
                                        </p:attrNameLst>
                                      </p:cBhvr>
                                      <p:tavLst>
                                        <p:tav tm="0">
                                          <p:val>
                                            <p:fltVal val="0.0"/>
                                          </p:val>
                                        </p:tav>
                                        <p:tav tm="100000">
                                          <p:val>
                                            <p:strVal val="#ppt_w"/>
                                          </p:val>
                                        </p:tav>
                                      </p:tavLst>
                                    </p:anim>
                                    <p:anim calcmode="lin" valueType="num">
                                      <p:cBhvr>
                                        <p:cTn dur="500" fill="hold" id="8"/>
                                        <p:tgtEl>
                                          <p:spTgt spid="1048613"/>
                                        </p:tgtEl>
                                        <p:attrNameLst>
                                          <p:attrName>ppt_h</p:attrName>
                                        </p:attrNameLst>
                                      </p:cBhvr>
                                      <p:tavLst>
                                        <p:tav tm="0">
                                          <p:val>
                                            <p:fltVal val="0.0"/>
                                          </p:val>
                                        </p:tav>
                                        <p:tav tm="100000">
                                          <p:val>
                                            <p:strVal val="#ppt_h"/>
                                          </p:val>
                                        </p:tav>
                                      </p:tavLst>
                                    </p:anim>
                                    <p:animEffect transition="in" filter="fade">
                                      <p:cBhvr>
                                        <p:cTn dur="500" id="9"/>
                                        <p:tgtEl>
                                          <p:spTgt spid="1048613"/>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evt="begin" delay="0">
                                      <p:tn val="12"/>
                                    </p:cond>
                                  </p:endCondLst>
                                  <p:childTnLst>
                                    <p:set>
                                      <p:cBhvr>
                                        <p:cTn dur="1" fill="hold" id="13">
                                          <p:stCondLst>
                                            <p:cond delay="0"/>
                                          </p:stCondLst>
                                        </p:cTn>
                                        <p:tgtEl>
                                          <p:spTgt spid="1048612">
                                            <p:txEl>
                                              <p:pRg st="0" end="0"/>
                                            </p:txEl>
                                          </p:spTgt>
                                        </p:tgtEl>
                                        <p:attrNameLst>
                                          <p:attrName>style.visibility</p:attrName>
                                        </p:attrNameLst>
                                      </p:cBhvr>
                                      <p:to>
                                        <p:strVal val="visible"/>
                                      </p:to>
                                    </p:set>
                                    <p:animEffect transition="in" filter="fade">
                                      <p:cBhvr>
                                        <p:cTn dur="1000" id="14"/>
                                        <p:tgtEl>
                                          <p:spTgt spid="1048612">
                                            <p:txEl>
                                              <p:pRg st="0" end="0"/>
                                            </p:txEl>
                                          </p:spTgt>
                                        </p:tgtEl>
                                      </p:cBhvr>
                                    </p:animEffect>
                                    <p:anim calcmode="lin" valueType="num">
                                      <p:cBhvr>
                                        <p:cTn dur="1000" fill="hold" id="15"/>
                                        <p:tgtEl>
                                          <p:spTgt spid="1048612">
                                            <p:txEl>
                                              <p:pRg st="0" end="0"/>
                                            </p:txEl>
                                          </p:spTgt>
                                        </p:tgtEl>
                                        <p:attrNameLst>
                                          <p:attrName>ppt_x</p:attrName>
                                        </p:attrNameLst>
                                      </p:cBhvr>
                                      <p:tavLst>
                                        <p:tav tm="0">
                                          <p:val>
                                            <p:strVal val="#ppt_x"/>
                                          </p:val>
                                        </p:tav>
                                        <p:tav tm="100000">
                                          <p:val>
                                            <p:strVal val="#ppt_x"/>
                                          </p:val>
                                        </p:tav>
                                      </p:tavLst>
                                    </p:anim>
                                    <p:anim calcmode="lin" valueType="num">
                                      <p:cBhvr>
                                        <p:cTn dur="1000" fill="hold" id="16"/>
                                        <p:tgtEl>
                                          <p:spTgt spid="104861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12" grpId="0" build="p"/>
      <p:bldP spid="1048613"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47" name=""/>
        <p:cNvGrpSpPr/>
        <p:nvPr/>
      </p:nvGrpSpPr>
      <p:grpSpPr>
        <a:xfrm>
          <a:off x="0" y="0"/>
          <a:ext cx="0" cy="0"/>
          <a:chOff x="0" y="0"/>
          <a:chExt cx="0" cy="0"/>
        </a:xfrm>
      </p:grpSpPr>
      <p:pic>
        <p:nvPicPr>
          <p:cNvPr id="2097158" name="Picture 5"/>
          <p:cNvPicPr>
            <a:picLocks noChangeAspect="1"/>
          </p:cNvPicPr>
          <p:nvPr/>
        </p:nvPicPr>
        <p:blipFill>
          <a:blip xmlns:r="http://schemas.openxmlformats.org/officeDocument/2006/relationships" r:embed="rId1"/>
          <a:stretch>
            <a:fillRect/>
          </a:stretch>
        </p:blipFill>
        <p:spPr>
          <a:xfrm>
            <a:off x="467359" y="6410461"/>
            <a:ext cx="3706253" cy="296092"/>
          </a:xfrm>
          <a:prstGeom prst="rect"/>
        </p:spPr>
      </p:pic>
      <p:pic>
        <p:nvPicPr>
          <p:cNvPr id="2097159" name="Picture 1"/>
          <p:cNvPicPr>
            <a:picLocks noChangeAspect="1"/>
          </p:cNvPicPr>
          <p:nvPr/>
        </p:nvPicPr>
        <p:blipFill>
          <a:blip xmlns:r="http://schemas.openxmlformats.org/officeDocument/2006/relationships" r:embed="rId2"/>
          <a:stretch>
            <a:fillRect/>
          </a:stretch>
        </p:blipFill>
        <p:spPr>
          <a:xfrm flipH="1">
            <a:off x="50800" y="3820160"/>
            <a:ext cx="1727200" cy="3010024"/>
          </a:xfrm>
          <a:prstGeom prst="rect"/>
        </p:spPr>
      </p:pic>
      <p:sp>
        <p:nvSpPr>
          <p:cNvPr id="1048620" name="Text Placeholder 6"/>
          <p:cNvSpPr>
            <a:spLocks noGrp="1"/>
          </p:cNvSpPr>
          <p:nvPr>
            <p:ph type="body" sz="quarter" idx="12"/>
          </p:nvPr>
        </p:nvSpPr>
        <p:spPr>
          <a:xfrm>
            <a:off x="390618" y="1432560"/>
            <a:ext cx="9027702" cy="5243448"/>
          </a:xfrm>
        </p:spPr>
        <p:txBody>
          <a:bodyPr/>
          <a:p>
            <a:pPr lvl="1">
              <a:lnSpc>
                <a:spcPct val="150000"/>
              </a:lnSpc>
            </a:pPr>
            <a:r>
              <a:rPr sz="1800"/>
              <a:t>Google Colab</a:t>
            </a:r>
            <a:br/>
            <a:r>
              <a:rPr sz="1800"/>
              <a:t>Python</a:t>
            </a:r>
            <a:br/>
            <a:r>
              <a:rPr sz="1800"/>
              <a:t>Pandas &amp; NumPy</a:t>
            </a:r>
            <a:br/>
            <a:r>
              <a:rPr sz="1800"/>
              <a:t>Matplotlib</a:t>
            </a:r>
            <a:br/>
            <a:r>
              <a:rPr sz="1800"/>
              <a:t>CSV Dataset</a:t>
            </a:r>
            <a:br/>
            <a:r>
              <a:rPr sz="1800"/>
              <a:t>PowerPoint</a:t>
            </a:r>
            <a:endParaRPr dirty="0" lang="en-IN"/>
          </a:p>
        </p:txBody>
      </p:sp>
      <p:sp>
        <p:nvSpPr>
          <p:cNvPr id="1048621" name="Title 8"/>
          <p:cNvSpPr>
            <a:spLocks noGrp="1"/>
          </p:cNvSpPr>
          <p:nvPr>
            <p:ph type="title"/>
          </p:nvPr>
        </p:nvSpPr>
        <p:spPr>
          <a:xfrm>
            <a:off x="660399" y="430567"/>
            <a:ext cx="5306291" cy="847817"/>
          </a:xfrm>
        </p:spPr>
        <p:txBody>
          <a:bodyPr>
            <a:normAutofit/>
          </a:bodyPr>
          <a:p>
            <a:r>
              <a:rPr dirty="0" lang="en-US"/>
              <a:t>Technology Used</a:t>
            </a:r>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1048621"/>
                                        </p:tgtEl>
                                        <p:attrNameLst>
                                          <p:attrName>style.visibility</p:attrName>
                                        </p:attrNameLst>
                                      </p:cBhvr>
                                      <p:to>
                                        <p:strVal val="visible"/>
                                      </p:to>
                                    </p:set>
                                    <p:anim calcmode="lin" valueType="num">
                                      <p:cBhvr>
                                        <p:cTn dur="500" fill="hold" id="7"/>
                                        <p:tgtEl>
                                          <p:spTgt spid="1048621"/>
                                        </p:tgtEl>
                                        <p:attrNameLst>
                                          <p:attrName>ppt_w</p:attrName>
                                        </p:attrNameLst>
                                      </p:cBhvr>
                                      <p:tavLst>
                                        <p:tav tm="0">
                                          <p:val>
                                            <p:fltVal val="0.0"/>
                                          </p:val>
                                        </p:tav>
                                        <p:tav tm="100000">
                                          <p:val>
                                            <p:strVal val="#ppt_w"/>
                                          </p:val>
                                        </p:tav>
                                      </p:tavLst>
                                    </p:anim>
                                    <p:anim calcmode="lin" valueType="num">
                                      <p:cBhvr>
                                        <p:cTn dur="500" fill="hold" id="8"/>
                                        <p:tgtEl>
                                          <p:spTgt spid="1048621"/>
                                        </p:tgtEl>
                                        <p:attrNameLst>
                                          <p:attrName>ppt_h</p:attrName>
                                        </p:attrNameLst>
                                      </p:cBhvr>
                                      <p:tavLst>
                                        <p:tav tm="0">
                                          <p:val>
                                            <p:fltVal val="0.0"/>
                                          </p:val>
                                        </p:tav>
                                        <p:tav tm="100000">
                                          <p:val>
                                            <p:strVal val="#ppt_h"/>
                                          </p:val>
                                        </p:tav>
                                      </p:tavLst>
                                    </p:anim>
                                    <p:animEffect transition="in" filter="fade">
                                      <p:cBhvr>
                                        <p:cTn dur="500" id="9"/>
                                        <p:tgtEl>
                                          <p:spTgt spid="1048621"/>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evt="begin" delay="0">
                                      <p:tn val="12"/>
                                    </p:cond>
                                  </p:endCondLst>
                                  <p:childTnLst>
                                    <p:set>
                                      <p:cBhvr>
                                        <p:cTn dur="1" fill="hold" id="13">
                                          <p:stCondLst>
                                            <p:cond delay="0"/>
                                          </p:stCondLst>
                                        </p:cTn>
                                        <p:tgtEl>
                                          <p:spTgt spid="1048620">
                                            <p:txEl>
                                              <p:pRg st="0" end="0"/>
                                            </p:txEl>
                                          </p:spTgt>
                                        </p:tgtEl>
                                        <p:attrNameLst>
                                          <p:attrName>style.visibility</p:attrName>
                                        </p:attrNameLst>
                                      </p:cBhvr>
                                      <p:to>
                                        <p:strVal val="visible"/>
                                      </p:to>
                                    </p:set>
                                    <p:animEffect transition="in" filter="fade">
                                      <p:cBhvr>
                                        <p:cTn dur="1000" id="14"/>
                                        <p:tgtEl>
                                          <p:spTgt spid="1048620">
                                            <p:txEl>
                                              <p:pRg st="0" end="0"/>
                                            </p:txEl>
                                          </p:spTgt>
                                        </p:tgtEl>
                                      </p:cBhvr>
                                    </p:animEffect>
                                    <p:anim calcmode="lin" valueType="num">
                                      <p:cBhvr>
                                        <p:cTn dur="1000" fill="hold" id="15"/>
                                        <p:tgtEl>
                                          <p:spTgt spid="1048620">
                                            <p:txEl>
                                              <p:pRg st="0" end="0"/>
                                            </p:txEl>
                                          </p:spTgt>
                                        </p:tgtEl>
                                        <p:attrNameLst>
                                          <p:attrName>ppt_x</p:attrName>
                                        </p:attrNameLst>
                                      </p:cBhvr>
                                      <p:tavLst>
                                        <p:tav tm="0">
                                          <p:val>
                                            <p:strVal val="#ppt_x"/>
                                          </p:val>
                                        </p:tav>
                                        <p:tav tm="100000">
                                          <p:val>
                                            <p:strVal val="#ppt_x"/>
                                          </p:val>
                                        </p:tav>
                                      </p:tavLst>
                                    </p:anim>
                                    <p:anim calcmode="lin" valueType="num">
                                      <p:cBhvr>
                                        <p:cTn dur="1000" fill="hold" id="16"/>
                                        <p:tgtEl>
                                          <p:spTgt spid="104862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20" grpId="0" build="p"/>
      <p:bldP spid="104862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50" name=""/>
        <p:cNvGrpSpPr/>
        <p:nvPr/>
      </p:nvGrpSpPr>
      <p:grpSpPr>
        <a:xfrm>
          <a:off x="0" y="0"/>
          <a:ext cx="0" cy="0"/>
          <a:chOff x="0" y="0"/>
          <a:chExt cx="0" cy="0"/>
        </a:xfrm>
      </p:grpSpPr>
      <p:pic>
        <p:nvPicPr>
          <p:cNvPr id="2097160" name="Picture 4"/>
          <p:cNvPicPr>
            <a:picLocks noChangeAspect="1"/>
          </p:cNvPicPr>
          <p:nvPr/>
        </p:nvPicPr>
        <p:blipFill rotWithShape="1">
          <a:blip xmlns:r="http://schemas.openxmlformats.org/officeDocument/2006/relationships" r:embed="rId1"/>
          <a:srcRect t="96181"/>
          <a:stretch>
            <a:fillRect/>
          </a:stretch>
        </p:blipFill>
        <p:spPr>
          <a:xfrm>
            <a:off x="675957" y="6471920"/>
            <a:ext cx="2143125" cy="193040"/>
          </a:xfrm>
          <a:prstGeom prst="rect"/>
        </p:spPr>
      </p:pic>
      <p:sp>
        <p:nvSpPr>
          <p:cNvPr id="1048625" name="Title 3"/>
          <p:cNvSpPr>
            <a:spLocks noGrp="1"/>
          </p:cNvSpPr>
          <p:nvPr>
            <p:ph type="title"/>
          </p:nvPr>
        </p:nvSpPr>
        <p:spPr>
          <a:xfrm>
            <a:off x="675957" y="370589"/>
            <a:ext cx="2981643" cy="830997"/>
          </a:xfrm>
        </p:spPr>
        <p:txBody>
          <a:bodyPr>
            <a:normAutofit/>
          </a:bodyPr>
          <a:p>
            <a:r>
              <a:rPr dirty="0" lang="en-GB"/>
              <a:t>RESULTS </a:t>
            </a:r>
            <a:endParaRPr dirty="0" lang="en-IN"/>
          </a:p>
        </p:txBody>
      </p:sp>
      <p:sp>
        <p:nvSpPr>
          <p:cNvPr id="1048626" name="Text Placeholder 30"/>
          <p:cNvSpPr txBox="1"/>
          <p:nvPr/>
        </p:nvSpPr>
        <p:spPr>
          <a:xfrm>
            <a:off x="320982" y="1275371"/>
            <a:ext cx="3343561" cy="666078"/>
          </a:xfrm>
          <a:prstGeom prst="rect"/>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typeface="Wingdings 3" charset="2"/>
              <a:buNone/>
              <a:defRPr dirty="0" sz="1600" kern="1200" lang="en-US" smtClean="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dirty="0" sz="2000" lang="en-GB"/>
          </a:p>
        </p:txBody>
      </p:sp>
      <p:sp>
        <p:nvSpPr>
          <p:cNvPr id="1048627" name="Text Placeholder 30"/>
          <p:cNvSpPr txBox="1"/>
          <p:nvPr/>
        </p:nvSpPr>
        <p:spPr>
          <a:xfrm>
            <a:off x="4345694" y="1275371"/>
            <a:ext cx="3343561" cy="666078"/>
          </a:xfrm>
          <a:prstGeom prst="rect"/>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typeface="Wingdings 3" charset="2"/>
              <a:buNone/>
              <a:defRPr dirty="0" sz="1600" kern="1200" lang="en-US" smtClean="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dirty="0" sz="2000" lang="en-GB"/>
          </a:p>
        </p:txBody>
      </p:sp>
      <p:sp>
        <p:nvSpPr>
          <p:cNvPr id="1048628" name="TextBox 30"/>
          <p:cNvSpPr txBox="1"/>
          <p:nvPr/>
        </p:nvSpPr>
        <p:spPr>
          <a:xfrm>
            <a:off x="822960" y="1143000"/>
            <a:ext cx="10058400" cy="408940"/>
          </a:xfrm>
          <a:prstGeom prst="rect"/>
          <a:noFill/>
        </p:spPr>
        <p:txBody>
          <a:bodyPr wrap="square">
            <a:spAutoFit/>
          </a:bodyPr>
          <a:p>
            <a:pPr>
              <a:defRPr b="1" sz="2200"/>
            </a:pPr>
            <a:r>
              <a:t>Result 1: Data Understanding &amp; Cleaning</a:t>
            </a:r>
          </a:p>
        </p:txBody>
      </p:sp>
      <p:sp>
        <p:nvSpPr>
          <p:cNvPr id="1048629" name="TextBox 31"/>
          <p:cNvSpPr txBox="1"/>
          <p:nvPr/>
        </p:nvSpPr>
        <p:spPr>
          <a:xfrm>
            <a:off x="822960" y="1645920"/>
            <a:ext cx="4754880" cy="1539241"/>
          </a:xfrm>
          <a:prstGeom prst="rect"/>
          <a:noFill/>
        </p:spPr>
        <p:txBody>
          <a:bodyPr wrap="square">
            <a:spAutoFit/>
          </a:bodyPr>
          <a:p>
            <a:pPr>
              <a:defRPr b="0" sz="1600"/>
            </a:pPr>
            <a:r>
              <a:t>Dataset contains 4,000 records and 28 columns.</a:t>
            </a:r>
          </a:p>
          <a:p>
            <a:pPr>
              <a:defRPr b="0" sz="1600"/>
            </a:pPr>
            <a:r>
              <a:t>120 missing values were found in Rainfall, Soil Moisture and Yield fields.</a:t>
            </a:r>
          </a:p>
          <a:p>
            <a:pPr>
              <a:defRPr b="0" sz="1600"/>
            </a:pPr>
            <a:r>
              <a:t>Numeric missing values were handled using median imputation.</a:t>
            </a:r>
          </a:p>
          <a:p>
            <a:pPr>
              <a:defRPr b="0" sz="1600"/>
            </a:pPr>
            <a:r>
              <a:t>No duplicate records were found.</a:t>
            </a:r>
          </a:p>
        </p:txBody>
      </p:sp>
      <p:pic>
        <p:nvPicPr>
          <p:cNvPr id="2097161" name="Picture 32" descr="code_1.png"/>
          <p:cNvPicPr>
            <a:picLocks noChangeAspect="1"/>
          </p:cNvPicPr>
          <p:nvPr/>
        </p:nvPicPr>
        <p:blipFill>
          <a:blip xmlns:r="http://schemas.openxmlformats.org/officeDocument/2006/relationships" r:embed="rId2"/>
          <a:stretch>
            <a:fillRect/>
          </a:stretch>
        </p:blipFill>
        <p:spPr>
          <a:xfrm>
            <a:off x="822960" y="3840480"/>
            <a:ext cx="4846320" cy="2103120"/>
          </a:xfrm>
          <a:prstGeom prst="rect"/>
        </p:spPr>
      </p:pic>
      <p:pic>
        <p:nvPicPr>
          <p:cNvPr id="2097162" name="Picture 33" descr="yield_by_season.png"/>
          <p:cNvPicPr>
            <a:picLocks noChangeAspect="1"/>
          </p:cNvPicPr>
          <p:nvPr/>
        </p:nvPicPr>
        <p:blipFill>
          <a:blip xmlns:r="http://schemas.openxmlformats.org/officeDocument/2006/relationships" r:embed="rId3"/>
          <a:stretch>
            <a:fillRect/>
          </a:stretch>
        </p:blipFill>
        <p:spPr>
          <a:xfrm>
            <a:off x="5943600" y="1828800"/>
            <a:ext cx="5303520" cy="4114800"/>
          </a:xfrm>
          <a:prstGeom prst="rect"/>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1048625"/>
                                        </p:tgtEl>
                                        <p:attrNameLst>
                                          <p:attrName>style.visibility</p:attrName>
                                        </p:attrNameLst>
                                      </p:cBhvr>
                                      <p:to>
                                        <p:strVal val="visible"/>
                                      </p:to>
                                    </p:set>
                                    <p:anim calcmode="lin" valueType="num">
                                      <p:cBhvr>
                                        <p:cTn dur="500" fill="hold" id="7"/>
                                        <p:tgtEl>
                                          <p:spTgt spid="1048625"/>
                                        </p:tgtEl>
                                        <p:attrNameLst>
                                          <p:attrName>ppt_w</p:attrName>
                                        </p:attrNameLst>
                                      </p:cBhvr>
                                      <p:tavLst>
                                        <p:tav tm="0">
                                          <p:val>
                                            <p:fltVal val="0.0"/>
                                          </p:val>
                                        </p:tav>
                                        <p:tav tm="100000">
                                          <p:val>
                                            <p:strVal val="#ppt_w"/>
                                          </p:val>
                                        </p:tav>
                                      </p:tavLst>
                                    </p:anim>
                                    <p:anim calcmode="lin" valueType="num">
                                      <p:cBhvr>
                                        <p:cTn dur="500" fill="hold" id="8"/>
                                        <p:tgtEl>
                                          <p:spTgt spid="1048625"/>
                                        </p:tgtEl>
                                        <p:attrNameLst>
                                          <p:attrName>ppt_h</p:attrName>
                                        </p:attrNameLst>
                                      </p:cBhvr>
                                      <p:tavLst>
                                        <p:tav tm="0">
                                          <p:val>
                                            <p:fltVal val="0.0"/>
                                          </p:val>
                                        </p:tav>
                                        <p:tav tm="100000">
                                          <p:val>
                                            <p:strVal val="#ppt_h"/>
                                          </p:val>
                                        </p:tav>
                                      </p:tavLst>
                                    </p:anim>
                                    <p:animEffect transition="in" filter="fade">
                                      <p:cBhvr>
                                        <p:cTn dur="500" id="9"/>
                                        <p:tgtEl>
                                          <p:spTgt spid="1048625"/>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evt="begin" delay="0">
                                      <p:tn val="12"/>
                                    </p:cond>
                                  </p:endCondLst>
                                  <p:childTnLst>
                                    <p:set>
                                      <p:cBhvr>
                                        <p:cTn dur="1" fill="hold" id="13">
                                          <p:stCondLst>
                                            <p:cond delay="0"/>
                                          </p:stCondLst>
                                        </p:cTn>
                                        <p:tgtEl>
                                          <p:spTgt spid="1048626"/>
                                        </p:tgtEl>
                                        <p:attrNameLst>
                                          <p:attrName>style.visibility</p:attrName>
                                        </p:attrNameLst>
                                      </p:cBhvr>
                                      <p:to>
                                        <p:strVal val="visible"/>
                                      </p:to>
                                    </p:set>
                                    <p:animEffect transition="in" filter="fade">
                                      <p:cBhvr>
                                        <p:cTn dur="1000" id="14"/>
                                        <p:tgtEl>
                                          <p:spTgt spid="1048626"/>
                                        </p:tgtEl>
                                      </p:cBhvr>
                                    </p:animEffect>
                                    <p:anim calcmode="lin" valueType="num">
                                      <p:cBhvr>
                                        <p:cTn dur="1000" fill="hold" id="15"/>
                                        <p:tgtEl>
                                          <p:spTgt spid="1048626"/>
                                        </p:tgtEl>
                                        <p:attrNameLst>
                                          <p:attrName>ppt_x</p:attrName>
                                        </p:attrNameLst>
                                      </p:cBhvr>
                                      <p:tavLst>
                                        <p:tav tm="0">
                                          <p:val>
                                            <p:strVal val="#ppt_x"/>
                                          </p:val>
                                        </p:tav>
                                        <p:tav tm="100000">
                                          <p:val>
                                            <p:strVal val="#ppt_x"/>
                                          </p:val>
                                        </p:tav>
                                      </p:tavLst>
                                    </p:anim>
                                    <p:anim calcmode="lin" valueType="num">
                                      <p:cBhvr>
                                        <p:cTn dur="1000" fill="hold" id="16"/>
                                        <p:tgtEl>
                                          <p:spTgt spid="1048626"/>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evt="begin" delay="0">
                                      <p:tn val="19"/>
                                    </p:cond>
                                  </p:endCondLst>
                                  <p:childTnLst>
                                    <p:set>
                                      <p:cBhvr>
                                        <p:cTn dur="1" fill="hold" id="20">
                                          <p:stCondLst>
                                            <p:cond delay="0"/>
                                          </p:stCondLst>
                                        </p:cTn>
                                        <p:tgtEl>
                                          <p:spTgt spid="1048627"/>
                                        </p:tgtEl>
                                        <p:attrNameLst>
                                          <p:attrName>style.visibility</p:attrName>
                                        </p:attrNameLst>
                                      </p:cBhvr>
                                      <p:to>
                                        <p:strVal val="visible"/>
                                      </p:to>
                                    </p:set>
                                    <p:animEffect transition="in" filter="fade">
                                      <p:cBhvr>
                                        <p:cTn dur="1000" id="21"/>
                                        <p:tgtEl>
                                          <p:spTgt spid="1048627"/>
                                        </p:tgtEl>
                                      </p:cBhvr>
                                    </p:animEffect>
                                    <p:anim calcmode="lin" valueType="num">
                                      <p:cBhvr>
                                        <p:cTn dur="1000" fill="hold" id="22"/>
                                        <p:tgtEl>
                                          <p:spTgt spid="1048627"/>
                                        </p:tgtEl>
                                        <p:attrNameLst>
                                          <p:attrName>ppt_x</p:attrName>
                                        </p:attrNameLst>
                                      </p:cBhvr>
                                      <p:tavLst>
                                        <p:tav tm="0">
                                          <p:val>
                                            <p:strVal val="#ppt_x"/>
                                          </p:val>
                                        </p:tav>
                                        <p:tav tm="100000">
                                          <p:val>
                                            <p:strVal val="#ppt_x"/>
                                          </p:val>
                                        </p:tav>
                                      </p:tavLst>
                                    </p:anim>
                                    <p:anim calcmode="lin" valueType="num">
                                      <p:cBhvr>
                                        <p:cTn dur="1000" fill="hold" id="23"/>
                                        <p:tgtEl>
                                          <p:spTgt spid="104862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25" grpId="0"/>
      <p:bldP spid="1048626" grpId="0"/>
      <p:bldP spid="104862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51" name=""/>
        <p:cNvGrpSpPr/>
        <p:nvPr/>
      </p:nvGrpSpPr>
      <p:grpSpPr>
        <a:xfrm>
          <a:off x="0" y="0"/>
          <a:ext cx="0" cy="0"/>
          <a:chOff x="0" y="0"/>
          <a:chExt cx="0" cy="0"/>
        </a:xfrm>
      </p:grpSpPr>
      <p:pic>
        <p:nvPicPr>
          <p:cNvPr id="2097163" name="Picture 4"/>
          <p:cNvPicPr>
            <a:picLocks noChangeAspect="1"/>
          </p:cNvPicPr>
          <p:nvPr/>
        </p:nvPicPr>
        <p:blipFill rotWithShape="1">
          <a:blip xmlns:r="http://schemas.openxmlformats.org/officeDocument/2006/relationships" r:embed="rId1"/>
          <a:srcRect t="96181"/>
          <a:stretch>
            <a:fillRect/>
          </a:stretch>
        </p:blipFill>
        <p:spPr>
          <a:xfrm>
            <a:off x="675957" y="6471920"/>
            <a:ext cx="2143125" cy="193040"/>
          </a:xfrm>
          <a:prstGeom prst="rect"/>
        </p:spPr>
      </p:pic>
      <p:sp>
        <p:nvSpPr>
          <p:cNvPr id="1048630" name="Title 3"/>
          <p:cNvSpPr>
            <a:spLocks noGrp="1"/>
          </p:cNvSpPr>
          <p:nvPr>
            <p:ph type="title"/>
          </p:nvPr>
        </p:nvSpPr>
        <p:spPr>
          <a:xfrm>
            <a:off x="675957" y="370589"/>
            <a:ext cx="2981643" cy="830997"/>
          </a:xfrm>
        </p:spPr>
        <p:txBody>
          <a:bodyPr>
            <a:normAutofit/>
          </a:bodyPr>
          <a:p>
            <a:r>
              <a:rPr dirty="0" lang="en-GB"/>
              <a:t>RESULTS </a:t>
            </a:r>
            <a:endParaRPr dirty="0" lang="en-IN"/>
          </a:p>
        </p:txBody>
      </p:sp>
      <p:sp>
        <p:nvSpPr>
          <p:cNvPr id="1048631" name="Text Placeholder 30"/>
          <p:cNvSpPr txBox="1"/>
          <p:nvPr/>
        </p:nvSpPr>
        <p:spPr>
          <a:xfrm>
            <a:off x="320982" y="1275371"/>
            <a:ext cx="3343561" cy="666078"/>
          </a:xfrm>
          <a:prstGeom prst="rect"/>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typeface="Wingdings 3" charset="2"/>
              <a:buNone/>
              <a:defRPr dirty="0" sz="1600" kern="1200" lang="en-US" smtClean="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dirty="0" sz="2000" lang="en-GB"/>
          </a:p>
        </p:txBody>
      </p:sp>
      <p:sp>
        <p:nvSpPr>
          <p:cNvPr id="1048632" name="Text Placeholder 30"/>
          <p:cNvSpPr txBox="1"/>
          <p:nvPr/>
        </p:nvSpPr>
        <p:spPr>
          <a:xfrm>
            <a:off x="4345694" y="1275371"/>
            <a:ext cx="3343561" cy="666078"/>
          </a:xfrm>
          <a:prstGeom prst="rect"/>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typeface="Wingdings 3" charset="2"/>
              <a:buNone/>
              <a:defRPr dirty="0" sz="1600" kern="1200" lang="en-US" smtClean="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dirty="0" sz="2000" lang="en-GB"/>
          </a:p>
        </p:txBody>
      </p:sp>
      <p:sp>
        <p:nvSpPr>
          <p:cNvPr id="1048633" name="TextBox 30"/>
          <p:cNvSpPr txBox="1"/>
          <p:nvPr/>
        </p:nvSpPr>
        <p:spPr>
          <a:xfrm>
            <a:off x="822960" y="1143000"/>
            <a:ext cx="10058400" cy="408940"/>
          </a:xfrm>
          <a:prstGeom prst="rect"/>
          <a:noFill/>
        </p:spPr>
        <p:txBody>
          <a:bodyPr wrap="square">
            <a:spAutoFit/>
          </a:bodyPr>
          <a:p>
            <a:pPr>
              <a:defRPr b="1" sz="2200"/>
            </a:pPr>
            <a:r>
              <a:t>Result 2: Seasonal Yield Performance</a:t>
            </a:r>
          </a:p>
        </p:txBody>
      </p:sp>
      <p:sp>
        <p:nvSpPr>
          <p:cNvPr id="1048634" name="TextBox 31"/>
          <p:cNvSpPr txBox="1"/>
          <p:nvPr/>
        </p:nvSpPr>
        <p:spPr>
          <a:xfrm>
            <a:off x="822960" y="1645920"/>
            <a:ext cx="4754880" cy="1056641"/>
          </a:xfrm>
          <a:prstGeom prst="rect"/>
          <a:noFill/>
        </p:spPr>
        <p:txBody>
          <a:bodyPr wrap="square">
            <a:spAutoFit/>
          </a:bodyPr>
          <a:p>
            <a:pPr>
              <a:defRPr b="0" sz="1600"/>
            </a:pPr>
            <a:r>
              <a:t>Kharif recorded the highest average yield: 5.63 t/ha.</a:t>
            </a:r>
          </a:p>
          <a:p>
            <a:pPr>
              <a:defRPr b="0" sz="1600"/>
            </a:pPr>
            <a:r>
              <a:t>Rabi followed with 5.04 t/ha.</a:t>
            </a:r>
          </a:p>
          <a:p>
            <a:pPr>
              <a:defRPr b="0" sz="1600"/>
            </a:pPr>
            <a:r>
              <a:t>Zaid recorded the lowest average yield: 4.64 t/ha.</a:t>
            </a:r>
          </a:p>
          <a:p>
            <a:pPr>
              <a:defRPr b="0" sz="1600"/>
            </a:pPr>
            <a:r>
              <a:t>Kharif also had the highest median yield.</a:t>
            </a:r>
          </a:p>
        </p:txBody>
      </p:sp>
      <p:pic>
        <p:nvPicPr>
          <p:cNvPr id="2097164" name="Picture 32" descr="code_4.png"/>
          <p:cNvPicPr>
            <a:picLocks noChangeAspect="1"/>
          </p:cNvPicPr>
          <p:nvPr/>
        </p:nvPicPr>
        <p:blipFill>
          <a:blip xmlns:r="http://schemas.openxmlformats.org/officeDocument/2006/relationships" r:embed="rId2"/>
          <a:stretch>
            <a:fillRect/>
          </a:stretch>
        </p:blipFill>
        <p:spPr>
          <a:xfrm>
            <a:off x="822960" y="3840480"/>
            <a:ext cx="4846320" cy="2103120"/>
          </a:xfrm>
          <a:prstGeom prst="rect"/>
        </p:spPr>
      </p:pic>
      <p:pic>
        <p:nvPicPr>
          <p:cNvPr id="2097165" name="Picture 33" descr="yield_by_season.png"/>
          <p:cNvPicPr>
            <a:picLocks noChangeAspect="1"/>
          </p:cNvPicPr>
          <p:nvPr/>
        </p:nvPicPr>
        <p:blipFill>
          <a:blip xmlns:r="http://schemas.openxmlformats.org/officeDocument/2006/relationships" r:embed="rId3"/>
          <a:stretch>
            <a:fillRect/>
          </a:stretch>
        </p:blipFill>
        <p:spPr>
          <a:xfrm>
            <a:off x="5943600" y="1828800"/>
            <a:ext cx="5303520" cy="4114800"/>
          </a:xfrm>
          <a:prstGeom prst="rect"/>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1048630"/>
                                        </p:tgtEl>
                                        <p:attrNameLst>
                                          <p:attrName>style.visibility</p:attrName>
                                        </p:attrNameLst>
                                      </p:cBhvr>
                                      <p:to>
                                        <p:strVal val="visible"/>
                                      </p:to>
                                    </p:set>
                                    <p:anim calcmode="lin" valueType="num">
                                      <p:cBhvr>
                                        <p:cTn dur="500" fill="hold" id="7"/>
                                        <p:tgtEl>
                                          <p:spTgt spid="1048630"/>
                                        </p:tgtEl>
                                        <p:attrNameLst>
                                          <p:attrName>ppt_w</p:attrName>
                                        </p:attrNameLst>
                                      </p:cBhvr>
                                      <p:tavLst>
                                        <p:tav tm="0">
                                          <p:val>
                                            <p:fltVal val="0.0"/>
                                          </p:val>
                                        </p:tav>
                                        <p:tav tm="100000">
                                          <p:val>
                                            <p:strVal val="#ppt_w"/>
                                          </p:val>
                                        </p:tav>
                                      </p:tavLst>
                                    </p:anim>
                                    <p:anim calcmode="lin" valueType="num">
                                      <p:cBhvr>
                                        <p:cTn dur="500" fill="hold" id="8"/>
                                        <p:tgtEl>
                                          <p:spTgt spid="1048630"/>
                                        </p:tgtEl>
                                        <p:attrNameLst>
                                          <p:attrName>ppt_h</p:attrName>
                                        </p:attrNameLst>
                                      </p:cBhvr>
                                      <p:tavLst>
                                        <p:tav tm="0">
                                          <p:val>
                                            <p:fltVal val="0.0"/>
                                          </p:val>
                                        </p:tav>
                                        <p:tav tm="100000">
                                          <p:val>
                                            <p:strVal val="#ppt_h"/>
                                          </p:val>
                                        </p:tav>
                                      </p:tavLst>
                                    </p:anim>
                                    <p:animEffect transition="in" filter="fade">
                                      <p:cBhvr>
                                        <p:cTn dur="500" id="9"/>
                                        <p:tgtEl>
                                          <p:spTgt spid="1048630"/>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evt="begin" delay="0">
                                      <p:tn val="12"/>
                                    </p:cond>
                                  </p:endCondLst>
                                  <p:childTnLst>
                                    <p:set>
                                      <p:cBhvr>
                                        <p:cTn dur="1" fill="hold" id="13">
                                          <p:stCondLst>
                                            <p:cond delay="0"/>
                                          </p:stCondLst>
                                        </p:cTn>
                                        <p:tgtEl>
                                          <p:spTgt spid="1048631"/>
                                        </p:tgtEl>
                                        <p:attrNameLst>
                                          <p:attrName>style.visibility</p:attrName>
                                        </p:attrNameLst>
                                      </p:cBhvr>
                                      <p:to>
                                        <p:strVal val="visible"/>
                                      </p:to>
                                    </p:set>
                                    <p:animEffect transition="in" filter="fade">
                                      <p:cBhvr>
                                        <p:cTn dur="1000" id="14"/>
                                        <p:tgtEl>
                                          <p:spTgt spid="1048631"/>
                                        </p:tgtEl>
                                      </p:cBhvr>
                                    </p:animEffect>
                                    <p:anim calcmode="lin" valueType="num">
                                      <p:cBhvr>
                                        <p:cTn dur="1000" fill="hold" id="15"/>
                                        <p:tgtEl>
                                          <p:spTgt spid="1048631"/>
                                        </p:tgtEl>
                                        <p:attrNameLst>
                                          <p:attrName>ppt_x</p:attrName>
                                        </p:attrNameLst>
                                      </p:cBhvr>
                                      <p:tavLst>
                                        <p:tav tm="0">
                                          <p:val>
                                            <p:strVal val="#ppt_x"/>
                                          </p:val>
                                        </p:tav>
                                        <p:tav tm="100000">
                                          <p:val>
                                            <p:strVal val="#ppt_x"/>
                                          </p:val>
                                        </p:tav>
                                      </p:tavLst>
                                    </p:anim>
                                    <p:anim calcmode="lin" valueType="num">
                                      <p:cBhvr>
                                        <p:cTn dur="1000" fill="hold" id="16"/>
                                        <p:tgtEl>
                                          <p:spTgt spid="1048631"/>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evt="begin" delay="0">
                                      <p:tn val="19"/>
                                    </p:cond>
                                  </p:endCondLst>
                                  <p:childTnLst>
                                    <p:set>
                                      <p:cBhvr>
                                        <p:cTn dur="1" fill="hold" id="20">
                                          <p:stCondLst>
                                            <p:cond delay="0"/>
                                          </p:stCondLst>
                                        </p:cTn>
                                        <p:tgtEl>
                                          <p:spTgt spid="1048632"/>
                                        </p:tgtEl>
                                        <p:attrNameLst>
                                          <p:attrName>style.visibility</p:attrName>
                                        </p:attrNameLst>
                                      </p:cBhvr>
                                      <p:to>
                                        <p:strVal val="visible"/>
                                      </p:to>
                                    </p:set>
                                    <p:animEffect transition="in" filter="fade">
                                      <p:cBhvr>
                                        <p:cTn dur="1000" id="21"/>
                                        <p:tgtEl>
                                          <p:spTgt spid="1048632"/>
                                        </p:tgtEl>
                                      </p:cBhvr>
                                    </p:animEffect>
                                    <p:anim calcmode="lin" valueType="num">
                                      <p:cBhvr>
                                        <p:cTn dur="1000" fill="hold" id="22"/>
                                        <p:tgtEl>
                                          <p:spTgt spid="1048632"/>
                                        </p:tgtEl>
                                        <p:attrNameLst>
                                          <p:attrName>ppt_x</p:attrName>
                                        </p:attrNameLst>
                                      </p:cBhvr>
                                      <p:tavLst>
                                        <p:tav tm="0">
                                          <p:val>
                                            <p:strVal val="#ppt_x"/>
                                          </p:val>
                                        </p:tav>
                                        <p:tav tm="100000">
                                          <p:val>
                                            <p:strVal val="#ppt_x"/>
                                          </p:val>
                                        </p:tav>
                                      </p:tavLst>
                                    </p:anim>
                                    <p:anim calcmode="lin" valueType="num">
                                      <p:cBhvr>
                                        <p:cTn dur="1000" fill="hold" id="23"/>
                                        <p:tgtEl>
                                          <p:spTgt spid="10486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30" grpId="0"/>
      <p:bldP spid="1048631" grpId="0"/>
      <p:bldP spid="104863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52" name=""/>
        <p:cNvGrpSpPr/>
        <p:nvPr/>
      </p:nvGrpSpPr>
      <p:grpSpPr>
        <a:xfrm>
          <a:off x="0" y="0"/>
          <a:ext cx="0" cy="0"/>
          <a:chOff x="0" y="0"/>
          <a:chExt cx="0" cy="0"/>
        </a:xfrm>
      </p:grpSpPr>
      <p:pic>
        <p:nvPicPr>
          <p:cNvPr id="2097166" name="Picture 4"/>
          <p:cNvPicPr>
            <a:picLocks noChangeAspect="1"/>
          </p:cNvPicPr>
          <p:nvPr/>
        </p:nvPicPr>
        <p:blipFill rotWithShape="1">
          <a:blip xmlns:r="http://schemas.openxmlformats.org/officeDocument/2006/relationships" r:embed="rId1"/>
          <a:srcRect t="96181"/>
          <a:stretch>
            <a:fillRect/>
          </a:stretch>
        </p:blipFill>
        <p:spPr>
          <a:xfrm>
            <a:off x="675957" y="6471920"/>
            <a:ext cx="2143125" cy="193040"/>
          </a:xfrm>
          <a:prstGeom prst="rect"/>
        </p:spPr>
      </p:pic>
      <p:sp>
        <p:nvSpPr>
          <p:cNvPr id="1048635" name="Title 3"/>
          <p:cNvSpPr>
            <a:spLocks noGrp="1"/>
          </p:cNvSpPr>
          <p:nvPr>
            <p:ph type="title"/>
          </p:nvPr>
        </p:nvSpPr>
        <p:spPr>
          <a:xfrm>
            <a:off x="675957" y="370589"/>
            <a:ext cx="2981643" cy="830997"/>
          </a:xfrm>
        </p:spPr>
        <p:txBody>
          <a:bodyPr>
            <a:normAutofit/>
          </a:bodyPr>
          <a:p>
            <a:r>
              <a:rPr dirty="0" lang="en-GB"/>
              <a:t>RESULTS </a:t>
            </a:r>
            <a:endParaRPr dirty="0" lang="en-IN"/>
          </a:p>
        </p:txBody>
      </p:sp>
      <p:sp>
        <p:nvSpPr>
          <p:cNvPr id="1048636" name="Text Placeholder 30"/>
          <p:cNvSpPr txBox="1"/>
          <p:nvPr/>
        </p:nvSpPr>
        <p:spPr>
          <a:xfrm>
            <a:off x="320982" y="1275371"/>
            <a:ext cx="3343561" cy="666078"/>
          </a:xfrm>
          <a:prstGeom prst="rect"/>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typeface="Wingdings 3" charset="2"/>
              <a:buNone/>
              <a:defRPr dirty="0" sz="1600" kern="1200" lang="en-US" smtClean="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dirty="0" sz="2000" lang="en-GB"/>
          </a:p>
        </p:txBody>
      </p:sp>
      <p:sp>
        <p:nvSpPr>
          <p:cNvPr id="1048637" name="Text Placeholder 30"/>
          <p:cNvSpPr txBox="1"/>
          <p:nvPr/>
        </p:nvSpPr>
        <p:spPr>
          <a:xfrm>
            <a:off x="4345694" y="1275371"/>
            <a:ext cx="3343561" cy="666078"/>
          </a:xfrm>
          <a:prstGeom prst="rect"/>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typeface="Wingdings 3" charset="2"/>
              <a:buNone/>
              <a:defRPr dirty="0" sz="1600" kern="1200" lang="en-US" smtClean="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dirty="0" sz="2000" lang="en-GB"/>
          </a:p>
        </p:txBody>
      </p:sp>
      <p:sp>
        <p:nvSpPr>
          <p:cNvPr id="1048638" name="TextBox 30"/>
          <p:cNvSpPr txBox="1"/>
          <p:nvPr/>
        </p:nvSpPr>
        <p:spPr>
          <a:xfrm>
            <a:off x="822960" y="1143000"/>
            <a:ext cx="10058400" cy="408940"/>
          </a:xfrm>
          <a:prstGeom prst="rect"/>
          <a:noFill/>
        </p:spPr>
        <p:txBody>
          <a:bodyPr wrap="square">
            <a:spAutoFit/>
          </a:bodyPr>
          <a:p>
            <a:pPr>
              <a:defRPr b="1" sz="2200"/>
            </a:pPr>
            <a:r>
              <a:t>Result 3: Seasonal Economic Outcomes</a:t>
            </a:r>
          </a:p>
        </p:txBody>
      </p:sp>
      <p:sp>
        <p:nvSpPr>
          <p:cNvPr id="1048639" name="TextBox 31"/>
          <p:cNvSpPr txBox="1"/>
          <p:nvPr/>
        </p:nvSpPr>
        <p:spPr>
          <a:xfrm>
            <a:off x="822960" y="1645920"/>
            <a:ext cx="4754880" cy="1297941"/>
          </a:xfrm>
          <a:prstGeom prst="rect"/>
          <a:noFill/>
        </p:spPr>
        <p:txBody>
          <a:bodyPr wrap="square">
            <a:spAutoFit/>
          </a:bodyPr>
          <a:p>
            <a:pPr>
              <a:defRPr b="0" sz="1600"/>
            </a:pPr>
            <a:r>
              <a:t>Average profit was highest in Kharif (₹178.9K), followed by Rabi (₹87.7K).</a:t>
            </a:r>
          </a:p>
          <a:p>
            <a:pPr>
              <a:defRPr b="0" sz="1600"/>
            </a:pPr>
            <a:r>
              <a:t>Zaid showed an average loss of ₹24.8K.</a:t>
            </a:r>
          </a:p>
          <a:p>
            <a:pPr>
              <a:defRPr b="0" sz="1600"/>
            </a:pPr>
            <a:r>
              <a:t>This indicates uneven seasonal economic performance.</a:t>
            </a:r>
          </a:p>
        </p:txBody>
      </p:sp>
      <p:pic>
        <p:nvPicPr>
          <p:cNvPr id="2097167" name="Picture 32" descr="code_3.png"/>
          <p:cNvPicPr>
            <a:picLocks noChangeAspect="1"/>
          </p:cNvPicPr>
          <p:nvPr/>
        </p:nvPicPr>
        <p:blipFill>
          <a:blip xmlns:r="http://schemas.openxmlformats.org/officeDocument/2006/relationships" r:embed="rId2"/>
          <a:stretch>
            <a:fillRect/>
          </a:stretch>
        </p:blipFill>
        <p:spPr>
          <a:xfrm>
            <a:off x="822960" y="3840480"/>
            <a:ext cx="4846320" cy="2103120"/>
          </a:xfrm>
          <a:prstGeom prst="rect"/>
        </p:spPr>
      </p:pic>
      <p:pic>
        <p:nvPicPr>
          <p:cNvPr id="2097168" name="Picture 33" descr="profit_by_season.png"/>
          <p:cNvPicPr>
            <a:picLocks noChangeAspect="1"/>
          </p:cNvPicPr>
          <p:nvPr/>
        </p:nvPicPr>
        <p:blipFill>
          <a:blip xmlns:r="http://schemas.openxmlformats.org/officeDocument/2006/relationships" r:embed="rId3"/>
          <a:stretch>
            <a:fillRect/>
          </a:stretch>
        </p:blipFill>
        <p:spPr>
          <a:xfrm>
            <a:off x="5943600" y="1828800"/>
            <a:ext cx="5303520" cy="4114800"/>
          </a:xfrm>
          <a:prstGeom prst="rect"/>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1048635"/>
                                        </p:tgtEl>
                                        <p:attrNameLst>
                                          <p:attrName>style.visibility</p:attrName>
                                        </p:attrNameLst>
                                      </p:cBhvr>
                                      <p:to>
                                        <p:strVal val="visible"/>
                                      </p:to>
                                    </p:set>
                                    <p:anim calcmode="lin" valueType="num">
                                      <p:cBhvr>
                                        <p:cTn dur="500" fill="hold" id="7"/>
                                        <p:tgtEl>
                                          <p:spTgt spid="1048635"/>
                                        </p:tgtEl>
                                        <p:attrNameLst>
                                          <p:attrName>ppt_w</p:attrName>
                                        </p:attrNameLst>
                                      </p:cBhvr>
                                      <p:tavLst>
                                        <p:tav tm="0">
                                          <p:val>
                                            <p:fltVal val="0.0"/>
                                          </p:val>
                                        </p:tav>
                                        <p:tav tm="100000">
                                          <p:val>
                                            <p:strVal val="#ppt_w"/>
                                          </p:val>
                                        </p:tav>
                                      </p:tavLst>
                                    </p:anim>
                                    <p:anim calcmode="lin" valueType="num">
                                      <p:cBhvr>
                                        <p:cTn dur="500" fill="hold" id="8"/>
                                        <p:tgtEl>
                                          <p:spTgt spid="1048635"/>
                                        </p:tgtEl>
                                        <p:attrNameLst>
                                          <p:attrName>ppt_h</p:attrName>
                                        </p:attrNameLst>
                                      </p:cBhvr>
                                      <p:tavLst>
                                        <p:tav tm="0">
                                          <p:val>
                                            <p:fltVal val="0.0"/>
                                          </p:val>
                                        </p:tav>
                                        <p:tav tm="100000">
                                          <p:val>
                                            <p:strVal val="#ppt_h"/>
                                          </p:val>
                                        </p:tav>
                                      </p:tavLst>
                                    </p:anim>
                                    <p:animEffect transition="in" filter="fade">
                                      <p:cBhvr>
                                        <p:cTn dur="500" id="9"/>
                                        <p:tgtEl>
                                          <p:spTgt spid="1048635"/>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evt="begin" delay="0">
                                      <p:tn val="12"/>
                                    </p:cond>
                                  </p:endCondLst>
                                  <p:childTnLst>
                                    <p:set>
                                      <p:cBhvr>
                                        <p:cTn dur="1" fill="hold" id="13">
                                          <p:stCondLst>
                                            <p:cond delay="0"/>
                                          </p:stCondLst>
                                        </p:cTn>
                                        <p:tgtEl>
                                          <p:spTgt spid="1048636"/>
                                        </p:tgtEl>
                                        <p:attrNameLst>
                                          <p:attrName>style.visibility</p:attrName>
                                        </p:attrNameLst>
                                      </p:cBhvr>
                                      <p:to>
                                        <p:strVal val="visible"/>
                                      </p:to>
                                    </p:set>
                                    <p:animEffect transition="in" filter="fade">
                                      <p:cBhvr>
                                        <p:cTn dur="1000" id="14"/>
                                        <p:tgtEl>
                                          <p:spTgt spid="1048636"/>
                                        </p:tgtEl>
                                      </p:cBhvr>
                                    </p:animEffect>
                                    <p:anim calcmode="lin" valueType="num">
                                      <p:cBhvr>
                                        <p:cTn dur="1000" fill="hold" id="15"/>
                                        <p:tgtEl>
                                          <p:spTgt spid="1048636"/>
                                        </p:tgtEl>
                                        <p:attrNameLst>
                                          <p:attrName>ppt_x</p:attrName>
                                        </p:attrNameLst>
                                      </p:cBhvr>
                                      <p:tavLst>
                                        <p:tav tm="0">
                                          <p:val>
                                            <p:strVal val="#ppt_x"/>
                                          </p:val>
                                        </p:tav>
                                        <p:tav tm="100000">
                                          <p:val>
                                            <p:strVal val="#ppt_x"/>
                                          </p:val>
                                        </p:tav>
                                      </p:tavLst>
                                    </p:anim>
                                    <p:anim calcmode="lin" valueType="num">
                                      <p:cBhvr>
                                        <p:cTn dur="1000" fill="hold" id="16"/>
                                        <p:tgtEl>
                                          <p:spTgt spid="1048636"/>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evt="begin" delay="0">
                                      <p:tn val="19"/>
                                    </p:cond>
                                  </p:endCondLst>
                                  <p:childTnLst>
                                    <p:set>
                                      <p:cBhvr>
                                        <p:cTn dur="1" fill="hold" id="20">
                                          <p:stCondLst>
                                            <p:cond delay="0"/>
                                          </p:stCondLst>
                                        </p:cTn>
                                        <p:tgtEl>
                                          <p:spTgt spid="1048637"/>
                                        </p:tgtEl>
                                        <p:attrNameLst>
                                          <p:attrName>style.visibility</p:attrName>
                                        </p:attrNameLst>
                                      </p:cBhvr>
                                      <p:to>
                                        <p:strVal val="visible"/>
                                      </p:to>
                                    </p:set>
                                    <p:animEffect transition="in" filter="fade">
                                      <p:cBhvr>
                                        <p:cTn dur="1000" id="21"/>
                                        <p:tgtEl>
                                          <p:spTgt spid="1048637"/>
                                        </p:tgtEl>
                                      </p:cBhvr>
                                    </p:animEffect>
                                    <p:anim calcmode="lin" valueType="num">
                                      <p:cBhvr>
                                        <p:cTn dur="1000" fill="hold" id="22"/>
                                        <p:tgtEl>
                                          <p:spTgt spid="1048637"/>
                                        </p:tgtEl>
                                        <p:attrNameLst>
                                          <p:attrName>ppt_x</p:attrName>
                                        </p:attrNameLst>
                                      </p:cBhvr>
                                      <p:tavLst>
                                        <p:tav tm="0">
                                          <p:val>
                                            <p:strVal val="#ppt_x"/>
                                          </p:val>
                                        </p:tav>
                                        <p:tav tm="100000">
                                          <p:val>
                                            <p:strVal val="#ppt_x"/>
                                          </p:val>
                                        </p:tav>
                                      </p:tavLst>
                                    </p:anim>
                                    <p:anim calcmode="lin" valueType="num">
                                      <p:cBhvr>
                                        <p:cTn dur="1000" fill="hold" id="23"/>
                                        <p:tgtEl>
                                          <p:spTgt spid="10486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35" grpId="0"/>
      <p:bldP spid="1048636" grpId="0"/>
      <p:bldP spid="104863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53" name=""/>
        <p:cNvGrpSpPr/>
        <p:nvPr/>
      </p:nvGrpSpPr>
      <p:grpSpPr>
        <a:xfrm>
          <a:off x="0" y="0"/>
          <a:ext cx="0" cy="0"/>
          <a:chOff x="0" y="0"/>
          <a:chExt cx="0" cy="0"/>
        </a:xfrm>
      </p:grpSpPr>
      <p:pic>
        <p:nvPicPr>
          <p:cNvPr id="2097169" name="Picture 4"/>
          <p:cNvPicPr>
            <a:picLocks noChangeAspect="1"/>
          </p:cNvPicPr>
          <p:nvPr/>
        </p:nvPicPr>
        <p:blipFill rotWithShape="1">
          <a:blip xmlns:r="http://schemas.openxmlformats.org/officeDocument/2006/relationships" r:embed="rId1"/>
          <a:srcRect t="96181"/>
          <a:stretch>
            <a:fillRect/>
          </a:stretch>
        </p:blipFill>
        <p:spPr>
          <a:xfrm>
            <a:off x="675957" y="6471920"/>
            <a:ext cx="2143125" cy="193040"/>
          </a:xfrm>
          <a:prstGeom prst="rect"/>
        </p:spPr>
      </p:pic>
      <p:sp>
        <p:nvSpPr>
          <p:cNvPr id="1048640" name="Title 3"/>
          <p:cNvSpPr>
            <a:spLocks noGrp="1"/>
          </p:cNvSpPr>
          <p:nvPr>
            <p:ph type="title"/>
          </p:nvPr>
        </p:nvSpPr>
        <p:spPr>
          <a:xfrm>
            <a:off x="675957" y="370589"/>
            <a:ext cx="2981643" cy="830997"/>
          </a:xfrm>
        </p:spPr>
        <p:txBody>
          <a:bodyPr>
            <a:normAutofit/>
          </a:bodyPr>
          <a:p>
            <a:r>
              <a:rPr dirty="0" lang="en-GB"/>
              <a:t>RESULTS </a:t>
            </a:r>
            <a:endParaRPr dirty="0" lang="en-IN"/>
          </a:p>
        </p:txBody>
      </p:sp>
      <p:sp>
        <p:nvSpPr>
          <p:cNvPr id="1048641" name="Text Placeholder 30"/>
          <p:cNvSpPr txBox="1"/>
          <p:nvPr/>
        </p:nvSpPr>
        <p:spPr>
          <a:xfrm>
            <a:off x="320982" y="1275371"/>
            <a:ext cx="3343561" cy="666078"/>
          </a:xfrm>
          <a:prstGeom prst="rect"/>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typeface="Wingdings 3" charset="2"/>
              <a:buNone/>
              <a:defRPr dirty="0" sz="1600" kern="1200" lang="en-US" smtClean="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dirty="0" sz="2000" lang="en-GB"/>
          </a:p>
        </p:txBody>
      </p:sp>
      <p:sp>
        <p:nvSpPr>
          <p:cNvPr id="1048642" name="Text Placeholder 30"/>
          <p:cNvSpPr txBox="1"/>
          <p:nvPr/>
        </p:nvSpPr>
        <p:spPr>
          <a:xfrm>
            <a:off x="4345694" y="1275371"/>
            <a:ext cx="3343561" cy="666078"/>
          </a:xfrm>
          <a:prstGeom prst="rect"/>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typeface="Wingdings 3" charset="2"/>
              <a:buNone/>
              <a:defRPr dirty="0" sz="1600" kern="1200" lang="en-US" smtClean="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dirty="0" sz="2000" lang="en-GB"/>
          </a:p>
        </p:txBody>
      </p:sp>
      <p:sp>
        <p:nvSpPr>
          <p:cNvPr id="1048643" name="TextBox 30"/>
          <p:cNvSpPr txBox="1"/>
          <p:nvPr/>
        </p:nvSpPr>
        <p:spPr>
          <a:xfrm>
            <a:off x="822960" y="1143000"/>
            <a:ext cx="10058400" cy="408940"/>
          </a:xfrm>
          <a:prstGeom prst="rect"/>
          <a:noFill/>
        </p:spPr>
        <p:txBody>
          <a:bodyPr wrap="square">
            <a:spAutoFit/>
          </a:bodyPr>
          <a:p>
            <a:pPr>
              <a:defRPr b="1" sz="2200"/>
            </a:pPr>
            <a:r>
              <a:t>Result 4: Environment &amp; Resource Usage</a:t>
            </a:r>
          </a:p>
        </p:txBody>
      </p:sp>
      <p:sp>
        <p:nvSpPr>
          <p:cNvPr id="1048644" name="TextBox 31"/>
          <p:cNvSpPr txBox="1"/>
          <p:nvPr/>
        </p:nvSpPr>
        <p:spPr>
          <a:xfrm>
            <a:off x="822960" y="1645920"/>
            <a:ext cx="4754880" cy="1297941"/>
          </a:xfrm>
          <a:prstGeom prst="rect"/>
          <a:noFill/>
        </p:spPr>
        <p:txBody>
          <a:bodyPr wrap="square">
            <a:spAutoFit/>
          </a:bodyPr>
          <a:p>
            <a:pPr>
              <a:defRPr b="0" sz="1600"/>
            </a:pPr>
            <a:r>
              <a:t>Kharif received the highest average rainfall (849.2 mm) and had the highest disease/pest risk (54.47%).</a:t>
            </a:r>
          </a:p>
          <a:p>
            <a:pPr>
              <a:defRPr b="0" sz="1600"/>
            </a:pPr>
            <a:r>
              <a:t>Zaid used the most water on average (6419.9 m³) but had the lowest water efficiency (4.41).</a:t>
            </a:r>
          </a:p>
        </p:txBody>
      </p:sp>
      <p:pic>
        <p:nvPicPr>
          <p:cNvPr id="2097170" name="Picture 32" descr="code_2.png"/>
          <p:cNvPicPr>
            <a:picLocks noChangeAspect="1"/>
          </p:cNvPicPr>
          <p:nvPr/>
        </p:nvPicPr>
        <p:blipFill>
          <a:blip xmlns:r="http://schemas.openxmlformats.org/officeDocument/2006/relationships" r:embed="rId2"/>
          <a:stretch>
            <a:fillRect/>
          </a:stretch>
        </p:blipFill>
        <p:spPr>
          <a:xfrm>
            <a:off x="822960" y="3840480"/>
            <a:ext cx="4846320" cy="2103120"/>
          </a:xfrm>
          <a:prstGeom prst="rect"/>
        </p:spPr>
      </p:pic>
      <p:pic>
        <p:nvPicPr>
          <p:cNvPr id="2097171" name="Picture 33" descr="rainfall_water.png"/>
          <p:cNvPicPr>
            <a:picLocks noChangeAspect="1"/>
          </p:cNvPicPr>
          <p:nvPr/>
        </p:nvPicPr>
        <p:blipFill>
          <a:blip xmlns:r="http://schemas.openxmlformats.org/officeDocument/2006/relationships" r:embed="rId3"/>
          <a:stretch>
            <a:fillRect/>
          </a:stretch>
        </p:blipFill>
        <p:spPr>
          <a:xfrm>
            <a:off x="6171258" y="1142999"/>
            <a:ext cx="5716274" cy="4435039"/>
          </a:xfrm>
          <a:prstGeom prst="rect"/>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1048640"/>
                                        </p:tgtEl>
                                        <p:attrNameLst>
                                          <p:attrName>style.visibility</p:attrName>
                                        </p:attrNameLst>
                                      </p:cBhvr>
                                      <p:to>
                                        <p:strVal val="visible"/>
                                      </p:to>
                                    </p:set>
                                    <p:anim calcmode="lin" valueType="num">
                                      <p:cBhvr>
                                        <p:cTn dur="500" fill="hold" id="7"/>
                                        <p:tgtEl>
                                          <p:spTgt spid="1048640"/>
                                        </p:tgtEl>
                                        <p:attrNameLst>
                                          <p:attrName>ppt_w</p:attrName>
                                        </p:attrNameLst>
                                      </p:cBhvr>
                                      <p:tavLst>
                                        <p:tav tm="0">
                                          <p:val>
                                            <p:fltVal val="0.0"/>
                                          </p:val>
                                        </p:tav>
                                        <p:tav tm="100000">
                                          <p:val>
                                            <p:strVal val="#ppt_w"/>
                                          </p:val>
                                        </p:tav>
                                      </p:tavLst>
                                    </p:anim>
                                    <p:anim calcmode="lin" valueType="num">
                                      <p:cBhvr>
                                        <p:cTn dur="500" fill="hold" id="8"/>
                                        <p:tgtEl>
                                          <p:spTgt spid="1048640"/>
                                        </p:tgtEl>
                                        <p:attrNameLst>
                                          <p:attrName>ppt_h</p:attrName>
                                        </p:attrNameLst>
                                      </p:cBhvr>
                                      <p:tavLst>
                                        <p:tav tm="0">
                                          <p:val>
                                            <p:fltVal val="0.0"/>
                                          </p:val>
                                        </p:tav>
                                        <p:tav tm="100000">
                                          <p:val>
                                            <p:strVal val="#ppt_h"/>
                                          </p:val>
                                        </p:tav>
                                      </p:tavLst>
                                    </p:anim>
                                    <p:animEffect transition="in" filter="fade">
                                      <p:cBhvr>
                                        <p:cTn dur="500" id="9"/>
                                        <p:tgtEl>
                                          <p:spTgt spid="1048640"/>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evt="begin" delay="0">
                                      <p:tn val="12"/>
                                    </p:cond>
                                  </p:endCondLst>
                                  <p:childTnLst>
                                    <p:set>
                                      <p:cBhvr>
                                        <p:cTn dur="1" fill="hold" id="13">
                                          <p:stCondLst>
                                            <p:cond delay="0"/>
                                          </p:stCondLst>
                                        </p:cTn>
                                        <p:tgtEl>
                                          <p:spTgt spid="1048641"/>
                                        </p:tgtEl>
                                        <p:attrNameLst>
                                          <p:attrName>style.visibility</p:attrName>
                                        </p:attrNameLst>
                                      </p:cBhvr>
                                      <p:to>
                                        <p:strVal val="visible"/>
                                      </p:to>
                                    </p:set>
                                    <p:animEffect transition="in" filter="fade">
                                      <p:cBhvr>
                                        <p:cTn dur="1000" id="14"/>
                                        <p:tgtEl>
                                          <p:spTgt spid="1048641"/>
                                        </p:tgtEl>
                                      </p:cBhvr>
                                    </p:animEffect>
                                    <p:anim calcmode="lin" valueType="num">
                                      <p:cBhvr>
                                        <p:cTn dur="1000" fill="hold" id="15"/>
                                        <p:tgtEl>
                                          <p:spTgt spid="1048641"/>
                                        </p:tgtEl>
                                        <p:attrNameLst>
                                          <p:attrName>ppt_x</p:attrName>
                                        </p:attrNameLst>
                                      </p:cBhvr>
                                      <p:tavLst>
                                        <p:tav tm="0">
                                          <p:val>
                                            <p:strVal val="#ppt_x"/>
                                          </p:val>
                                        </p:tav>
                                        <p:tav tm="100000">
                                          <p:val>
                                            <p:strVal val="#ppt_x"/>
                                          </p:val>
                                        </p:tav>
                                      </p:tavLst>
                                    </p:anim>
                                    <p:anim calcmode="lin" valueType="num">
                                      <p:cBhvr>
                                        <p:cTn dur="1000" fill="hold" id="16"/>
                                        <p:tgtEl>
                                          <p:spTgt spid="1048641"/>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evt="begin" delay="0">
                                      <p:tn val="19"/>
                                    </p:cond>
                                  </p:endCondLst>
                                  <p:childTnLst>
                                    <p:set>
                                      <p:cBhvr>
                                        <p:cTn dur="1" fill="hold" id="20">
                                          <p:stCondLst>
                                            <p:cond delay="0"/>
                                          </p:stCondLst>
                                        </p:cTn>
                                        <p:tgtEl>
                                          <p:spTgt spid="1048642"/>
                                        </p:tgtEl>
                                        <p:attrNameLst>
                                          <p:attrName>style.visibility</p:attrName>
                                        </p:attrNameLst>
                                      </p:cBhvr>
                                      <p:to>
                                        <p:strVal val="visible"/>
                                      </p:to>
                                    </p:set>
                                    <p:animEffect transition="in" filter="fade">
                                      <p:cBhvr>
                                        <p:cTn dur="1000" id="21"/>
                                        <p:tgtEl>
                                          <p:spTgt spid="1048642"/>
                                        </p:tgtEl>
                                      </p:cBhvr>
                                    </p:animEffect>
                                    <p:anim calcmode="lin" valueType="num">
                                      <p:cBhvr>
                                        <p:cTn dur="1000" fill="hold" id="22"/>
                                        <p:tgtEl>
                                          <p:spTgt spid="1048642"/>
                                        </p:tgtEl>
                                        <p:attrNameLst>
                                          <p:attrName>ppt_x</p:attrName>
                                        </p:attrNameLst>
                                      </p:cBhvr>
                                      <p:tavLst>
                                        <p:tav tm="0">
                                          <p:val>
                                            <p:strVal val="#ppt_x"/>
                                          </p:val>
                                        </p:tav>
                                        <p:tav tm="100000">
                                          <p:val>
                                            <p:strVal val="#ppt_x"/>
                                          </p:val>
                                        </p:tav>
                                      </p:tavLst>
                                    </p:anim>
                                    <p:anim calcmode="lin" valueType="num">
                                      <p:cBhvr>
                                        <p:cTn dur="1000" fill="hold" id="23"/>
                                        <p:tgtEl>
                                          <p:spTgt spid="10486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40" grpId="0"/>
      <p:bldP spid="1048641" grpId="0"/>
      <p:bldP spid="104864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pic>
        <p:nvPicPr>
          <p:cNvPr id="2097172" name="Picture 4"/>
          <p:cNvPicPr>
            <a:picLocks noChangeAspect="1"/>
          </p:cNvPicPr>
          <p:nvPr/>
        </p:nvPicPr>
        <p:blipFill rotWithShape="1">
          <a:blip xmlns:r="http://schemas.openxmlformats.org/officeDocument/2006/relationships" r:embed="rId1"/>
          <a:srcRect t="96181"/>
          <a:stretch>
            <a:fillRect/>
          </a:stretch>
        </p:blipFill>
        <p:spPr>
          <a:xfrm>
            <a:off x="675957" y="6471920"/>
            <a:ext cx="2143125" cy="193040"/>
          </a:xfrm>
          <a:prstGeom prst="rect"/>
        </p:spPr>
      </p:pic>
      <p:sp>
        <p:nvSpPr>
          <p:cNvPr id="1048645" name="Title 3"/>
          <p:cNvSpPr>
            <a:spLocks noGrp="1"/>
          </p:cNvSpPr>
          <p:nvPr>
            <p:ph type="title"/>
          </p:nvPr>
        </p:nvSpPr>
        <p:spPr>
          <a:xfrm>
            <a:off x="675957" y="370589"/>
            <a:ext cx="2981643" cy="830997"/>
          </a:xfrm>
        </p:spPr>
        <p:txBody>
          <a:bodyPr>
            <a:normAutofit/>
          </a:bodyPr>
          <a:p>
            <a:r>
              <a:rPr dirty="0" lang="en-GB"/>
              <a:t>RESULTS </a:t>
            </a:r>
            <a:endParaRPr dirty="0" lang="en-IN"/>
          </a:p>
        </p:txBody>
      </p:sp>
      <p:sp>
        <p:nvSpPr>
          <p:cNvPr id="1048646" name="Text Placeholder 30"/>
          <p:cNvSpPr txBox="1"/>
          <p:nvPr/>
        </p:nvSpPr>
        <p:spPr>
          <a:xfrm>
            <a:off x="320982" y="1275371"/>
            <a:ext cx="3343561" cy="666078"/>
          </a:xfrm>
          <a:prstGeom prst="rect"/>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typeface="Wingdings 3" charset="2"/>
              <a:buNone/>
              <a:defRPr dirty="0" sz="1600" kern="1200" lang="en-US" smtClean="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dirty="0" sz="2000" lang="en-GB"/>
          </a:p>
        </p:txBody>
      </p:sp>
      <p:sp>
        <p:nvSpPr>
          <p:cNvPr id="1048647" name="Text Placeholder 30"/>
          <p:cNvSpPr txBox="1"/>
          <p:nvPr/>
        </p:nvSpPr>
        <p:spPr>
          <a:xfrm>
            <a:off x="4345694" y="1275371"/>
            <a:ext cx="3343561" cy="666078"/>
          </a:xfrm>
          <a:prstGeom prst="rect"/>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typeface="Wingdings 3" charset="2"/>
              <a:buNone/>
              <a:defRPr dirty="0" sz="1600" kern="1200" lang="en-US" smtClean="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dirty="0" sz="2000" lang="en-GB"/>
          </a:p>
        </p:txBody>
      </p:sp>
      <p:sp>
        <p:nvSpPr>
          <p:cNvPr id="1048648" name="TextBox 30"/>
          <p:cNvSpPr txBox="1"/>
          <p:nvPr/>
        </p:nvSpPr>
        <p:spPr>
          <a:xfrm>
            <a:off x="822960" y="1143000"/>
            <a:ext cx="10058400" cy="408940"/>
          </a:xfrm>
          <a:prstGeom prst="rect"/>
          <a:noFill/>
        </p:spPr>
        <p:txBody>
          <a:bodyPr wrap="square">
            <a:spAutoFit/>
          </a:bodyPr>
          <a:p>
            <a:pPr>
              <a:defRPr b="1" sz="2200"/>
            </a:pPr>
            <a:r>
              <a:t>Result 5: Crop-Level &amp; Relationship Insights</a:t>
            </a:r>
          </a:p>
        </p:txBody>
      </p:sp>
      <p:sp>
        <p:nvSpPr>
          <p:cNvPr id="1048649" name="TextBox 31"/>
          <p:cNvSpPr txBox="1"/>
          <p:nvPr/>
        </p:nvSpPr>
        <p:spPr>
          <a:xfrm>
            <a:off x="822960" y="1645920"/>
            <a:ext cx="4754880" cy="1780541"/>
          </a:xfrm>
          <a:prstGeom prst="rect"/>
          <a:noFill/>
        </p:spPr>
        <p:txBody>
          <a:bodyPr wrap="square">
            <a:spAutoFit/>
          </a:bodyPr>
          <a:p>
            <a:pPr>
              <a:defRPr b="0" sz="1600"/>
            </a:pPr>
            <a:r>
              <a:t>Sugarcane showed exceptionally high average yield across all seasons, strongest in Kharif (53.46 t/ha).</a:t>
            </a:r>
          </a:p>
          <a:p>
            <a:pPr>
              <a:defRPr b="0" sz="1600"/>
            </a:pPr>
            <a:r>
              <a:t>Yield had a moderate positive relationship with water used (r≈0.39) and profit (r≈0.49).</a:t>
            </a:r>
          </a:p>
          <a:p>
            <a:pPr>
              <a:defRPr b="0" sz="1600"/>
            </a:pPr>
            <a:r>
              <a:t>Simple environmental correlations with yield were weak.</a:t>
            </a:r>
          </a:p>
        </p:txBody>
      </p:sp>
      <p:pic>
        <p:nvPicPr>
          <p:cNvPr id="2097173" name="Picture 32" descr="code_5.png"/>
          <p:cNvPicPr>
            <a:picLocks noChangeAspect="1"/>
          </p:cNvPicPr>
          <p:nvPr/>
        </p:nvPicPr>
        <p:blipFill>
          <a:blip xmlns:r="http://schemas.openxmlformats.org/officeDocument/2006/relationships" r:embed="rId2"/>
          <a:stretch>
            <a:fillRect/>
          </a:stretch>
        </p:blipFill>
        <p:spPr>
          <a:xfrm>
            <a:off x="822960" y="3840480"/>
            <a:ext cx="4846320" cy="2103120"/>
          </a:xfrm>
          <a:prstGeom prst="rect"/>
        </p:spPr>
      </p:pic>
      <p:pic>
        <p:nvPicPr>
          <p:cNvPr id="2097174" name="Picture 33" descr="crop_season_yield.png"/>
          <p:cNvPicPr>
            <a:picLocks noChangeAspect="1"/>
          </p:cNvPicPr>
          <p:nvPr/>
        </p:nvPicPr>
        <p:blipFill>
          <a:blip xmlns:r="http://schemas.openxmlformats.org/officeDocument/2006/relationships" r:embed="rId3"/>
          <a:stretch>
            <a:fillRect/>
          </a:stretch>
        </p:blipFill>
        <p:spPr>
          <a:xfrm>
            <a:off x="5943600" y="1828800"/>
            <a:ext cx="5303520" cy="4114800"/>
          </a:xfrm>
          <a:prstGeom prst="rect"/>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1048645"/>
                                        </p:tgtEl>
                                        <p:attrNameLst>
                                          <p:attrName>style.visibility</p:attrName>
                                        </p:attrNameLst>
                                      </p:cBhvr>
                                      <p:to>
                                        <p:strVal val="visible"/>
                                      </p:to>
                                    </p:set>
                                    <p:anim calcmode="lin" valueType="num">
                                      <p:cBhvr>
                                        <p:cTn dur="500" fill="hold" id="7"/>
                                        <p:tgtEl>
                                          <p:spTgt spid="1048645"/>
                                        </p:tgtEl>
                                        <p:attrNameLst>
                                          <p:attrName>ppt_w</p:attrName>
                                        </p:attrNameLst>
                                      </p:cBhvr>
                                      <p:tavLst>
                                        <p:tav tm="0">
                                          <p:val>
                                            <p:fltVal val="0.0"/>
                                          </p:val>
                                        </p:tav>
                                        <p:tav tm="100000">
                                          <p:val>
                                            <p:strVal val="#ppt_w"/>
                                          </p:val>
                                        </p:tav>
                                      </p:tavLst>
                                    </p:anim>
                                    <p:anim calcmode="lin" valueType="num">
                                      <p:cBhvr>
                                        <p:cTn dur="500" fill="hold" id="8"/>
                                        <p:tgtEl>
                                          <p:spTgt spid="1048645"/>
                                        </p:tgtEl>
                                        <p:attrNameLst>
                                          <p:attrName>ppt_h</p:attrName>
                                        </p:attrNameLst>
                                      </p:cBhvr>
                                      <p:tavLst>
                                        <p:tav tm="0">
                                          <p:val>
                                            <p:fltVal val="0.0"/>
                                          </p:val>
                                        </p:tav>
                                        <p:tav tm="100000">
                                          <p:val>
                                            <p:strVal val="#ppt_h"/>
                                          </p:val>
                                        </p:tav>
                                      </p:tavLst>
                                    </p:anim>
                                    <p:animEffect transition="in" filter="fade">
                                      <p:cBhvr>
                                        <p:cTn dur="500" id="9"/>
                                        <p:tgtEl>
                                          <p:spTgt spid="1048645"/>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evt="begin" delay="0">
                                      <p:tn val="12"/>
                                    </p:cond>
                                  </p:endCondLst>
                                  <p:childTnLst>
                                    <p:set>
                                      <p:cBhvr>
                                        <p:cTn dur="1" fill="hold" id="13">
                                          <p:stCondLst>
                                            <p:cond delay="0"/>
                                          </p:stCondLst>
                                        </p:cTn>
                                        <p:tgtEl>
                                          <p:spTgt spid="1048646"/>
                                        </p:tgtEl>
                                        <p:attrNameLst>
                                          <p:attrName>style.visibility</p:attrName>
                                        </p:attrNameLst>
                                      </p:cBhvr>
                                      <p:to>
                                        <p:strVal val="visible"/>
                                      </p:to>
                                    </p:set>
                                    <p:animEffect transition="in" filter="fade">
                                      <p:cBhvr>
                                        <p:cTn dur="1000" id="14"/>
                                        <p:tgtEl>
                                          <p:spTgt spid="1048646"/>
                                        </p:tgtEl>
                                      </p:cBhvr>
                                    </p:animEffect>
                                    <p:anim calcmode="lin" valueType="num">
                                      <p:cBhvr>
                                        <p:cTn dur="1000" fill="hold" id="15"/>
                                        <p:tgtEl>
                                          <p:spTgt spid="1048646"/>
                                        </p:tgtEl>
                                        <p:attrNameLst>
                                          <p:attrName>ppt_x</p:attrName>
                                        </p:attrNameLst>
                                      </p:cBhvr>
                                      <p:tavLst>
                                        <p:tav tm="0">
                                          <p:val>
                                            <p:strVal val="#ppt_x"/>
                                          </p:val>
                                        </p:tav>
                                        <p:tav tm="100000">
                                          <p:val>
                                            <p:strVal val="#ppt_x"/>
                                          </p:val>
                                        </p:tav>
                                      </p:tavLst>
                                    </p:anim>
                                    <p:anim calcmode="lin" valueType="num">
                                      <p:cBhvr>
                                        <p:cTn dur="1000" fill="hold" id="16"/>
                                        <p:tgtEl>
                                          <p:spTgt spid="1048646"/>
                                        </p:tgtEl>
                                        <p:attrNameLst>
                                          <p:attrName>ppt_y</p:attrName>
                                        </p:attrNameLst>
                                      </p:cBhvr>
                                      <p:tavLst>
                                        <p:tav tm="0">
                                          <p:val>
                                            <p:strVal val="#ppt_y+.1"/>
                                          </p:val>
                                        </p:tav>
                                        <p:tav tm="100000">
                                          <p:val>
                                            <p:strVal val="#ppt_y"/>
                                          </p:val>
                                        </p:tav>
                                      </p:tavLst>
                                    </p:anim>
                                  </p:childTnLst>
                                </p:cTn>
                              </p:par>
                            </p:childTnLst>
                          </p:cTn>
                        </p:par>
                      </p:childTnLst>
                    </p:cTn>
                  </p:par>
                  <p:par>
                    <p:cTn fill="hold" id="17">
                      <p:stCondLst>
                        <p:cond delay="indefinite"/>
                      </p:stCondLst>
                      <p:childTnLst>
                        <p:par>
                          <p:cTn fill="hold" id="18">
                            <p:stCondLst>
                              <p:cond delay="0"/>
                            </p:stCondLst>
                            <p:childTnLst>
                              <p:par>
                                <p:cTn fill="hold" grpId="0" id="19" nodePh="1" nodeType="clickEffect" presetClass="entr" presetID="42" presetSubtype="0">
                                  <p:stCondLst>
                                    <p:cond delay="0"/>
                                  </p:stCondLst>
                                  <p:endCondLst>
                                    <p:cond evt="begin" delay="0">
                                      <p:tn val="19"/>
                                    </p:cond>
                                  </p:endCondLst>
                                  <p:childTnLst>
                                    <p:set>
                                      <p:cBhvr>
                                        <p:cTn dur="1" fill="hold" id="20">
                                          <p:stCondLst>
                                            <p:cond delay="0"/>
                                          </p:stCondLst>
                                        </p:cTn>
                                        <p:tgtEl>
                                          <p:spTgt spid="1048647"/>
                                        </p:tgtEl>
                                        <p:attrNameLst>
                                          <p:attrName>style.visibility</p:attrName>
                                        </p:attrNameLst>
                                      </p:cBhvr>
                                      <p:to>
                                        <p:strVal val="visible"/>
                                      </p:to>
                                    </p:set>
                                    <p:animEffect transition="in" filter="fade">
                                      <p:cBhvr>
                                        <p:cTn dur="1000" id="21"/>
                                        <p:tgtEl>
                                          <p:spTgt spid="1048647"/>
                                        </p:tgtEl>
                                      </p:cBhvr>
                                    </p:animEffect>
                                    <p:anim calcmode="lin" valueType="num">
                                      <p:cBhvr>
                                        <p:cTn dur="1000" fill="hold" id="22"/>
                                        <p:tgtEl>
                                          <p:spTgt spid="1048647"/>
                                        </p:tgtEl>
                                        <p:attrNameLst>
                                          <p:attrName>ppt_x</p:attrName>
                                        </p:attrNameLst>
                                      </p:cBhvr>
                                      <p:tavLst>
                                        <p:tav tm="0">
                                          <p:val>
                                            <p:strVal val="#ppt_x"/>
                                          </p:val>
                                        </p:tav>
                                        <p:tav tm="100000">
                                          <p:val>
                                            <p:strVal val="#ppt_x"/>
                                          </p:val>
                                        </p:tav>
                                      </p:tavLst>
                                    </p:anim>
                                    <p:anim calcmode="lin" valueType="num">
                                      <p:cBhvr>
                                        <p:cTn dur="1000" fill="hold" id="23"/>
                                        <p:tgtEl>
                                          <p:spTgt spid="10486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45" grpId="0"/>
      <p:bldP spid="1048646" grpId="0"/>
      <p:bldP spid="104864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55" name=""/>
        <p:cNvGrpSpPr/>
        <p:nvPr/>
      </p:nvGrpSpPr>
      <p:grpSpPr>
        <a:xfrm>
          <a:off x="0" y="0"/>
          <a:ext cx="0" cy="0"/>
          <a:chOff x="0" y="0"/>
          <a:chExt cx="0" cy="0"/>
        </a:xfrm>
      </p:grpSpPr>
      <p:pic>
        <p:nvPicPr>
          <p:cNvPr id="2097175" name="Picture 4"/>
          <p:cNvPicPr>
            <a:picLocks noChangeAspect="1"/>
          </p:cNvPicPr>
          <p:nvPr/>
        </p:nvPicPr>
        <p:blipFill rotWithShape="1">
          <a:blip xmlns:r="http://schemas.openxmlformats.org/officeDocument/2006/relationships" r:embed="rId1"/>
          <a:srcRect t="96181"/>
          <a:stretch>
            <a:fillRect/>
          </a:stretch>
        </p:blipFill>
        <p:spPr>
          <a:xfrm>
            <a:off x="675957" y="6471920"/>
            <a:ext cx="2143125" cy="193040"/>
          </a:xfrm>
          <a:prstGeom prst="rect"/>
        </p:spPr>
      </p:pic>
      <p:sp>
        <p:nvSpPr>
          <p:cNvPr id="1048650" name="Title 3"/>
          <p:cNvSpPr>
            <a:spLocks noGrp="1"/>
          </p:cNvSpPr>
          <p:nvPr>
            <p:ph type="title"/>
          </p:nvPr>
        </p:nvSpPr>
        <p:spPr>
          <a:xfrm>
            <a:off x="675957" y="370589"/>
            <a:ext cx="4735798" cy="830997"/>
          </a:xfrm>
        </p:spPr>
        <p:txBody>
          <a:bodyPr>
            <a:normAutofit/>
          </a:bodyPr>
          <a:p>
            <a:r>
              <a:rPr dirty="0" sz="4000" lang="en-IN"/>
              <a:t>Future scope</a:t>
            </a:r>
          </a:p>
        </p:txBody>
      </p:sp>
      <p:sp>
        <p:nvSpPr>
          <p:cNvPr id="1048651" name="Text Placeholder 30"/>
          <p:cNvSpPr txBox="1"/>
          <p:nvPr/>
        </p:nvSpPr>
        <p:spPr>
          <a:xfrm>
            <a:off x="320982" y="1275371"/>
            <a:ext cx="3343561" cy="1343887"/>
          </a:xfrm>
          <a:prstGeom prst="rect"/>
        </p:spPr>
        <p:txBody>
          <a:bodyPr bIns="45720" lIns="91440" rIns="91440" rtlCol="0" tIns="45720" vert="horz">
            <a:normAutofit fontScale="68750" lnSpcReduction="20000"/>
          </a:bodyPr>
          <a:lstStyle>
            <a:lvl1pPr algn="ctr" defTabSz="457200" eaLnBrk="1" hangingPunct="1" indent="0" latinLnBrk="0" marL="0" rtl="0">
              <a:spcBef>
                <a:spcPts val="1000"/>
              </a:spcBef>
              <a:spcAft>
                <a:spcPts val="0"/>
              </a:spcAft>
              <a:buClr>
                <a:schemeClr val="accent1"/>
              </a:buClr>
              <a:buSzPct val="80000"/>
              <a:buFont typeface="Wingdings 3" charset="2"/>
              <a:buNone/>
              <a:defRPr dirty="0" sz="1600" kern="1200" lang="en-US" smtClean="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sz="1600"/>
              <a:t>• Build predictive models for yield and profitability</a:t>
            </a:r>
            <a:br/>
            <a:r>
              <a:rPr sz="1600"/>
              <a:t>• Add real-time weather and satellite data</a:t>
            </a:r>
            <a:br/>
            <a:r>
              <a:rPr sz="1600"/>
              <a:t>• Develop district</a:t>
            </a:r>
            <a:r>
              <a:rPr altLang="en-GB" sz="1600" lang="en-US"/>
              <a:t> </a:t>
            </a:r>
            <a:r>
              <a:rPr altLang="en-GB" sz="1600" lang="en-US"/>
              <a:t>o</a:t>
            </a:r>
            <a:r>
              <a:rPr altLang="en-GB" sz="1600" lang="en-US"/>
              <a:t>r</a:t>
            </a:r>
            <a:r>
              <a:rPr altLang="en-GB" sz="1600" lang="en-US"/>
              <a:t> </a:t>
            </a:r>
            <a:r>
              <a:rPr sz="1600"/>
              <a:t>state-level dashboards</a:t>
            </a:r>
            <a:br/>
            <a:r>
              <a:rPr sz="1600"/>
              <a:t>• Include crop-specific recommendations</a:t>
            </a:r>
            <a:br/>
            <a:r>
              <a:rPr sz="1600"/>
              <a:t>• Perform anomaly detection for unusual seasonal outcomes</a:t>
            </a:r>
            <a:br/>
            <a:r>
              <a:rPr sz="1600"/>
              <a:t>• Study long-term trends across multiple years</a:t>
            </a:r>
            <a:br/>
            <a:r>
              <a:rPr sz="1600"/>
              <a:t>• Optimize water and fertilizer usage</a:t>
            </a:r>
            <a:endParaRPr dirty="0" sz="2000" lang="en-GB"/>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1048650"/>
                                        </p:tgtEl>
                                        <p:attrNameLst>
                                          <p:attrName>style.visibility</p:attrName>
                                        </p:attrNameLst>
                                      </p:cBhvr>
                                      <p:to>
                                        <p:strVal val="visible"/>
                                      </p:to>
                                    </p:set>
                                    <p:anim calcmode="lin" valueType="num">
                                      <p:cBhvr>
                                        <p:cTn dur="500" fill="hold" id="7"/>
                                        <p:tgtEl>
                                          <p:spTgt spid="1048650"/>
                                        </p:tgtEl>
                                        <p:attrNameLst>
                                          <p:attrName>ppt_w</p:attrName>
                                        </p:attrNameLst>
                                      </p:cBhvr>
                                      <p:tavLst>
                                        <p:tav tm="0">
                                          <p:val>
                                            <p:fltVal val="0.0"/>
                                          </p:val>
                                        </p:tav>
                                        <p:tav tm="100000">
                                          <p:val>
                                            <p:strVal val="#ppt_w"/>
                                          </p:val>
                                        </p:tav>
                                      </p:tavLst>
                                    </p:anim>
                                    <p:anim calcmode="lin" valueType="num">
                                      <p:cBhvr>
                                        <p:cTn dur="500" fill="hold" id="8"/>
                                        <p:tgtEl>
                                          <p:spTgt spid="1048650"/>
                                        </p:tgtEl>
                                        <p:attrNameLst>
                                          <p:attrName>ppt_h</p:attrName>
                                        </p:attrNameLst>
                                      </p:cBhvr>
                                      <p:tavLst>
                                        <p:tav tm="0">
                                          <p:val>
                                            <p:fltVal val="0.0"/>
                                          </p:val>
                                        </p:tav>
                                        <p:tav tm="100000">
                                          <p:val>
                                            <p:strVal val="#ppt_h"/>
                                          </p:val>
                                        </p:tav>
                                      </p:tavLst>
                                    </p:anim>
                                    <p:animEffect transition="in" filter="fade">
                                      <p:cBhvr>
                                        <p:cTn dur="500" id="9"/>
                                        <p:tgtEl>
                                          <p:spTgt spid="1048650"/>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evt="begin" delay="0">
                                      <p:tn val="12"/>
                                    </p:cond>
                                  </p:endCondLst>
                                  <p:childTnLst>
                                    <p:set>
                                      <p:cBhvr>
                                        <p:cTn dur="1" fill="hold" id="13">
                                          <p:stCondLst>
                                            <p:cond delay="0"/>
                                          </p:stCondLst>
                                        </p:cTn>
                                        <p:tgtEl>
                                          <p:spTgt spid="1048651"/>
                                        </p:tgtEl>
                                        <p:attrNameLst>
                                          <p:attrName>style.visibility</p:attrName>
                                        </p:attrNameLst>
                                      </p:cBhvr>
                                      <p:to>
                                        <p:strVal val="visible"/>
                                      </p:to>
                                    </p:set>
                                    <p:animEffect transition="in" filter="fade">
                                      <p:cBhvr>
                                        <p:cTn dur="1000" id="14"/>
                                        <p:tgtEl>
                                          <p:spTgt spid="1048651"/>
                                        </p:tgtEl>
                                      </p:cBhvr>
                                    </p:animEffect>
                                    <p:anim calcmode="lin" valueType="num">
                                      <p:cBhvr>
                                        <p:cTn dur="1000" fill="hold" id="15"/>
                                        <p:tgtEl>
                                          <p:spTgt spid="1048651"/>
                                        </p:tgtEl>
                                        <p:attrNameLst>
                                          <p:attrName>ppt_x</p:attrName>
                                        </p:attrNameLst>
                                      </p:cBhvr>
                                      <p:tavLst>
                                        <p:tav tm="0">
                                          <p:val>
                                            <p:strVal val="#ppt_x"/>
                                          </p:val>
                                        </p:tav>
                                        <p:tav tm="100000">
                                          <p:val>
                                            <p:strVal val="#ppt_x"/>
                                          </p:val>
                                        </p:tav>
                                      </p:tavLst>
                                    </p:anim>
                                    <p:anim calcmode="lin" valueType="num">
                                      <p:cBhvr>
                                        <p:cTn dur="1000" fill="hold" id="16"/>
                                        <p:tgtEl>
                                          <p:spTgt spid="104865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50" grpId="0"/>
      <p:bldP spid="104865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56" name=""/>
        <p:cNvGrpSpPr/>
        <p:nvPr/>
      </p:nvGrpSpPr>
      <p:grpSpPr>
        <a:xfrm>
          <a:off x="0" y="0"/>
          <a:ext cx="0" cy="0"/>
          <a:chOff x="0" y="0"/>
          <a:chExt cx="0" cy="0"/>
        </a:xfrm>
      </p:grpSpPr>
      <p:pic>
        <p:nvPicPr>
          <p:cNvPr id="2097176" name="Picture 4"/>
          <p:cNvPicPr>
            <a:picLocks noChangeAspect="1"/>
          </p:cNvPicPr>
          <p:nvPr/>
        </p:nvPicPr>
        <p:blipFill rotWithShape="1">
          <a:blip xmlns:r="http://schemas.openxmlformats.org/officeDocument/2006/relationships" r:embed="rId1"/>
          <a:srcRect t="96181"/>
          <a:stretch>
            <a:fillRect/>
          </a:stretch>
        </p:blipFill>
        <p:spPr>
          <a:xfrm>
            <a:off x="675957" y="6471920"/>
            <a:ext cx="2143125" cy="193040"/>
          </a:xfrm>
          <a:prstGeom prst="rect"/>
        </p:spPr>
      </p:pic>
      <p:sp>
        <p:nvSpPr>
          <p:cNvPr id="1048652" name="Title 3"/>
          <p:cNvSpPr>
            <a:spLocks noGrp="1"/>
          </p:cNvSpPr>
          <p:nvPr>
            <p:ph type="title"/>
          </p:nvPr>
        </p:nvSpPr>
        <p:spPr>
          <a:xfrm>
            <a:off x="675957" y="370589"/>
            <a:ext cx="4735798" cy="830997"/>
          </a:xfrm>
        </p:spPr>
        <p:txBody>
          <a:bodyPr>
            <a:normAutofit/>
          </a:bodyPr>
          <a:p>
            <a:r>
              <a:rPr dirty="0" sz="4000" lang="en-IN"/>
              <a:t>GitHub Link</a:t>
            </a:r>
          </a:p>
        </p:txBody>
      </p:sp>
      <p:sp>
        <p:nvSpPr>
          <p:cNvPr id="1048653" name="Text Placeholder 30"/>
          <p:cNvSpPr txBox="1"/>
          <p:nvPr/>
        </p:nvSpPr>
        <p:spPr>
          <a:xfrm>
            <a:off x="320982" y="1275371"/>
            <a:ext cx="5707469" cy="634431"/>
          </a:xfrm>
          <a:prstGeom prst="rect"/>
        </p:spPr>
        <p:txBody>
          <a:bodyPr bIns="45720" lIns="91440" rIns="91440" rtlCol="0" tIns="45720" vert="horz">
            <a:normAutofit fontScale="100000" lnSpcReduction="20000"/>
          </a:bodyPr>
          <a:lstStyle>
            <a:lvl1pPr algn="ctr" defTabSz="457200" eaLnBrk="1" hangingPunct="1" indent="0" latinLnBrk="0" marL="0" rtl="0">
              <a:spcBef>
                <a:spcPts val="1000"/>
              </a:spcBef>
              <a:spcAft>
                <a:spcPts val="0"/>
              </a:spcAft>
              <a:buClr>
                <a:schemeClr val="accent1"/>
              </a:buClr>
              <a:buSzPct val="80000"/>
              <a:buFont typeface="Wingdings 3" charset="2"/>
              <a:buNone/>
              <a:defRPr dirty="0" sz="1600" kern="1200" lang="en-US" smtClean="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altLang="en-GB" dirty="0" sz="1700" lang="en-US"/>
              <a:t>https://github.com/Kusumv95/Kusum_Seasonal_data</a:t>
            </a:r>
            <a:endParaRPr dirty="0" sz="2000" lang="en-GB"/>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1048652"/>
                                        </p:tgtEl>
                                        <p:attrNameLst>
                                          <p:attrName>style.visibility</p:attrName>
                                        </p:attrNameLst>
                                      </p:cBhvr>
                                      <p:to>
                                        <p:strVal val="visible"/>
                                      </p:to>
                                    </p:set>
                                    <p:anim calcmode="lin" valueType="num">
                                      <p:cBhvr>
                                        <p:cTn dur="500" fill="hold" id="7"/>
                                        <p:tgtEl>
                                          <p:spTgt spid="1048652"/>
                                        </p:tgtEl>
                                        <p:attrNameLst>
                                          <p:attrName>ppt_w</p:attrName>
                                        </p:attrNameLst>
                                      </p:cBhvr>
                                      <p:tavLst>
                                        <p:tav tm="0">
                                          <p:val>
                                            <p:fltVal val="0.0"/>
                                          </p:val>
                                        </p:tav>
                                        <p:tav tm="100000">
                                          <p:val>
                                            <p:strVal val="#ppt_w"/>
                                          </p:val>
                                        </p:tav>
                                      </p:tavLst>
                                    </p:anim>
                                    <p:anim calcmode="lin" valueType="num">
                                      <p:cBhvr>
                                        <p:cTn dur="500" fill="hold" id="8"/>
                                        <p:tgtEl>
                                          <p:spTgt spid="1048652"/>
                                        </p:tgtEl>
                                        <p:attrNameLst>
                                          <p:attrName>ppt_h</p:attrName>
                                        </p:attrNameLst>
                                      </p:cBhvr>
                                      <p:tavLst>
                                        <p:tav tm="0">
                                          <p:val>
                                            <p:fltVal val="0.0"/>
                                          </p:val>
                                        </p:tav>
                                        <p:tav tm="100000">
                                          <p:val>
                                            <p:strVal val="#ppt_h"/>
                                          </p:val>
                                        </p:tav>
                                      </p:tavLst>
                                    </p:anim>
                                    <p:animEffect transition="in" filter="fade">
                                      <p:cBhvr>
                                        <p:cTn dur="500" id="9"/>
                                        <p:tgtEl>
                                          <p:spTgt spid="1048652"/>
                                        </p:tgtEl>
                                      </p:cBhvr>
                                    </p:animEffect>
                                  </p:childTnLst>
                                </p:cTn>
                              </p:par>
                            </p:childTnLst>
                          </p:cTn>
                        </p:par>
                      </p:childTnLst>
                    </p:cTn>
                  </p:par>
                  <p:par>
                    <p:cTn fill="hold" id="10">
                      <p:stCondLst>
                        <p:cond delay="indefinite"/>
                      </p:stCondLst>
                      <p:childTnLst>
                        <p:par>
                          <p:cTn fill="hold" id="11">
                            <p:stCondLst>
                              <p:cond delay="0"/>
                            </p:stCondLst>
                            <p:childTnLst>
                              <p:par>
                                <p:cTn fill="hold" grpId="0" id="12" nodePh="1" nodeType="clickEffect" presetClass="entr" presetID="42" presetSubtype="0">
                                  <p:stCondLst>
                                    <p:cond delay="0"/>
                                  </p:stCondLst>
                                  <p:endCondLst>
                                    <p:cond evt="begin" delay="0">
                                      <p:tn val="12"/>
                                    </p:cond>
                                  </p:endCondLst>
                                  <p:childTnLst>
                                    <p:set>
                                      <p:cBhvr>
                                        <p:cTn dur="1" fill="hold" id="13">
                                          <p:stCondLst>
                                            <p:cond delay="0"/>
                                          </p:stCondLst>
                                        </p:cTn>
                                        <p:tgtEl>
                                          <p:spTgt spid="1048653"/>
                                        </p:tgtEl>
                                        <p:attrNameLst>
                                          <p:attrName>style.visibility</p:attrName>
                                        </p:attrNameLst>
                                      </p:cBhvr>
                                      <p:to>
                                        <p:strVal val="visible"/>
                                      </p:to>
                                    </p:set>
                                    <p:animEffect transition="in" filter="fade">
                                      <p:cBhvr>
                                        <p:cTn dur="1000" id="14"/>
                                        <p:tgtEl>
                                          <p:spTgt spid="1048653"/>
                                        </p:tgtEl>
                                      </p:cBhvr>
                                    </p:animEffect>
                                    <p:anim calcmode="lin" valueType="num">
                                      <p:cBhvr>
                                        <p:cTn dur="1000" fill="hold" id="15"/>
                                        <p:tgtEl>
                                          <p:spTgt spid="1048653"/>
                                        </p:tgtEl>
                                        <p:attrNameLst>
                                          <p:attrName>ppt_x</p:attrName>
                                        </p:attrNameLst>
                                      </p:cBhvr>
                                      <p:tavLst>
                                        <p:tav tm="0">
                                          <p:val>
                                            <p:strVal val="#ppt_x"/>
                                          </p:val>
                                        </p:tav>
                                        <p:tav tm="100000">
                                          <p:val>
                                            <p:strVal val="#ppt_x"/>
                                          </p:val>
                                        </p:tav>
                                      </p:tavLst>
                                    </p:anim>
                                    <p:anim calcmode="lin" valueType="num">
                                      <p:cBhvr>
                                        <p:cTn dur="1000" fill="hold" id="16"/>
                                        <p:tgtEl>
                                          <p:spTgt spid="104865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52" grpId="0"/>
      <p:bldP spid="104865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57" name=""/>
        <p:cNvGrpSpPr/>
        <p:nvPr/>
      </p:nvGrpSpPr>
      <p:grpSpPr>
        <a:xfrm>
          <a:off x="0" y="0"/>
          <a:ext cx="0" cy="0"/>
          <a:chOff x="0" y="0"/>
          <a:chExt cx="0" cy="0"/>
        </a:xfrm>
      </p:grpSpPr>
      <p:pic>
        <p:nvPicPr>
          <p:cNvPr id="2097177" name="Picture 4"/>
          <p:cNvPicPr>
            <a:picLocks noChangeAspect="1"/>
          </p:cNvPicPr>
          <p:nvPr/>
        </p:nvPicPr>
        <p:blipFill rotWithShape="1">
          <a:blip xmlns:r="http://schemas.openxmlformats.org/officeDocument/2006/relationships" r:embed="rId1"/>
          <a:srcRect t="96181"/>
          <a:stretch>
            <a:fillRect/>
          </a:stretch>
        </p:blipFill>
        <p:spPr>
          <a:xfrm>
            <a:off x="675957" y="6471920"/>
            <a:ext cx="2143125" cy="193040"/>
          </a:xfrm>
          <a:prstGeom prst="rect"/>
        </p:spPr>
      </p:pic>
      <p:sp>
        <p:nvSpPr>
          <p:cNvPr id="1048655" name="Title 3"/>
          <p:cNvSpPr>
            <a:spLocks noGrp="1"/>
          </p:cNvSpPr>
          <p:nvPr>
            <p:ph type="title"/>
          </p:nvPr>
        </p:nvSpPr>
        <p:spPr>
          <a:xfrm>
            <a:off x="675957" y="370589"/>
            <a:ext cx="8351388" cy="884658"/>
          </a:xfrm>
        </p:spPr>
        <p:txBody>
          <a:bodyPr>
            <a:normAutofit fontScale="90000"/>
          </a:bodyPr>
          <a:p>
            <a:r>
              <a:rPr dirty="0" sz="3200" lang="en-IN"/>
              <a:t>VOIS Course completion certificate - </a:t>
            </a:r>
            <a:br>
              <a:rPr dirty="0" sz="3200" lang="en-IN"/>
            </a:br>
            <a:r>
              <a:rPr dirty="0" sz="3200" lang="en-IN"/>
              <a:t>Course name- Data Visualization </a:t>
            </a:r>
          </a:p>
        </p:txBody>
      </p:sp>
      <p:pic>
        <p:nvPicPr>
          <p:cNvPr id="2097178" name=""/>
          <p:cNvPicPr>
            <a:picLocks/>
          </p:cNvPicPr>
          <p:nvPr/>
        </p:nvPicPr>
        <p:blipFill>
          <a:blip xmlns:r="http://schemas.openxmlformats.org/officeDocument/2006/relationships" r:embed="rId2"/>
          <a:stretch>
            <a:fillRect/>
          </a:stretch>
        </p:blipFill>
        <p:spPr>
          <a:xfrm rot="0">
            <a:off x="675957" y="1507852"/>
            <a:ext cx="5878034" cy="4711461"/>
          </a:xfrm>
          <a:prstGeom prst="rect"/>
        </p:spPr>
      </p:pic>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1048655"/>
                                        </p:tgtEl>
                                        <p:attrNameLst>
                                          <p:attrName>style.visibility</p:attrName>
                                        </p:attrNameLst>
                                      </p:cBhvr>
                                      <p:to>
                                        <p:strVal val="visible"/>
                                      </p:to>
                                    </p:set>
                                    <p:anim calcmode="lin" valueType="num">
                                      <p:cBhvr>
                                        <p:cTn dur="500" fill="hold" id="7"/>
                                        <p:tgtEl>
                                          <p:spTgt spid="1048655"/>
                                        </p:tgtEl>
                                        <p:attrNameLst>
                                          <p:attrName>ppt_w</p:attrName>
                                        </p:attrNameLst>
                                      </p:cBhvr>
                                      <p:tavLst>
                                        <p:tav tm="0">
                                          <p:val>
                                            <p:fltVal val="0.0"/>
                                          </p:val>
                                        </p:tav>
                                        <p:tav tm="100000">
                                          <p:val>
                                            <p:strVal val="#ppt_w"/>
                                          </p:val>
                                        </p:tav>
                                      </p:tavLst>
                                    </p:anim>
                                    <p:anim calcmode="lin" valueType="num">
                                      <p:cBhvr>
                                        <p:cTn dur="500" fill="hold" id="8"/>
                                        <p:tgtEl>
                                          <p:spTgt spid="1048655"/>
                                        </p:tgtEl>
                                        <p:attrNameLst>
                                          <p:attrName>ppt_h</p:attrName>
                                        </p:attrNameLst>
                                      </p:cBhvr>
                                      <p:tavLst>
                                        <p:tav tm="0">
                                          <p:val>
                                            <p:fltVal val="0.0"/>
                                          </p:val>
                                        </p:tav>
                                        <p:tav tm="100000">
                                          <p:val>
                                            <p:strVal val="#ppt_h"/>
                                          </p:val>
                                        </p:tav>
                                      </p:tavLst>
                                    </p:anim>
                                    <p:animEffect transition="in" filter="fade">
                                      <p:cBhvr>
                                        <p:cTn dur="500" id="9"/>
                                        <p:tgtEl>
                                          <p:spTgt spid="10486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5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59" name=""/>
        <p:cNvGrpSpPr/>
        <p:nvPr/>
      </p:nvGrpSpPr>
      <p:grpSpPr>
        <a:xfrm>
          <a:off x="0" y="0"/>
          <a:ext cx="0" cy="0"/>
          <a:chOff x="0" y="0"/>
          <a:chExt cx="0" cy="0"/>
        </a:xfrm>
      </p:grpSpPr>
      <p:sp>
        <p:nvSpPr>
          <p:cNvPr id="1048675" name="Title 1"/>
          <p:cNvSpPr>
            <a:spLocks noGrp="1"/>
          </p:cNvSpPr>
          <p:nvPr>
            <p:ph type="title"/>
          </p:nvPr>
        </p:nvSpPr>
        <p:spPr>
          <a:prstGeom prst="rect"/>
        </p:spPr>
        <p:txBody>
          <a:bodyPr anchor="ctr">
            <a:normAutofit fontScale="90000"/>
          </a:bodyPr>
          <a:p>
            <a:pPr algn="ctr"/>
            <a:r>
              <a:rPr b="1" dirty="0" sz="4800" lang="en-US">
                <a:solidFill>
                  <a:schemeClr val="tx1"/>
                </a:solidFill>
              </a:rPr>
              <a:t>Thank you</a:t>
            </a:r>
          </a:p>
        </p:txBody>
      </p:sp>
      <p:sp>
        <p:nvSpPr>
          <p:cNvPr id="1048676" name="Text Placeholder 30"/>
          <p:cNvSpPr>
            <a:spLocks noGrp="1"/>
          </p:cNvSpPr>
          <p:nvPr>
            <p:ph type="body" sz="quarter" idx="13"/>
          </p:nvPr>
        </p:nvSpPr>
        <p:spPr>
          <a:xfrm>
            <a:off x="3727865" y="4641925"/>
            <a:ext cx="2139695" cy="1108635"/>
          </a:xfrm>
        </p:spPr>
        <p:txBody>
          <a:bodyPr>
            <a:normAutofit/>
          </a:bodyPr>
          <a:p>
            <a:r>
              <a:rPr dirty="0" lang="en-US"/>
              <a:t>.</a:t>
            </a:r>
          </a:p>
        </p:txBody>
      </p:sp>
      <p:sp>
        <p:nvSpPr>
          <p:cNvPr id="1048681" name="Text Placeholder 30"/>
          <p:cNvSpPr txBox="1"/>
          <p:nvPr/>
        </p:nvSpPr>
        <p:spPr>
          <a:xfrm>
            <a:off x="8591363" y="4641925"/>
            <a:ext cx="2139695" cy="1108635"/>
          </a:xfrm>
          <a:prstGeom prst="rect"/>
        </p:spPr>
        <p:txBody>
          <a:bodyPr bIns="45720" lIns="91440" rIns="91440" rtlCol="0" tIns="45720" vert="horz">
            <a:normAutofit/>
          </a:bodyPr>
          <a:lstStyle>
            <a:lvl1pPr algn="ctr" defTabSz="457200" eaLnBrk="1" hangingPunct="1" indent="0" latinLnBrk="0" marL="0" rtl="0">
              <a:spcBef>
                <a:spcPts val="1000"/>
              </a:spcBef>
              <a:spcAft>
                <a:spcPts val="0"/>
              </a:spcAft>
              <a:buClr>
                <a:schemeClr val="accent1"/>
              </a:buClr>
              <a:buSzPct val="80000"/>
              <a:buFont typeface="Wingdings 3" charset="2"/>
              <a:buNone/>
              <a:defRPr dirty="0" sz="1600" kern="1200" lang="en-US" smtClean="0">
                <a:solidFill>
                  <a:schemeClr val="tx1"/>
                </a:solidFill>
                <a:latin typeface="+mn-lt"/>
                <a:ea typeface="+mn-ea"/>
                <a:cs typeface="+mn-cs"/>
              </a:defRPr>
            </a:lvl1pPr>
            <a:lvl2pPr algn="l" defTabSz="457200" eaLnBrk="1" hangingPunct="1" indent="-285750" latinLnBrk="0" marL="742950" rtl="0">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algn="l" defTabSz="457200" eaLnBrk="1" hangingPunct="1" indent="-228600" latinLnBrk="0" marL="1143000" rtl="0">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algn="l" defTabSz="457200" eaLnBrk="1" hangingPunct="1" indent="-228600" latinLnBrk="0" marL="16002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algn="l" defTabSz="457200" eaLnBrk="1" hangingPunct="1" indent="-228600" latinLnBrk="0" marL="20574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algn="l" defTabSz="457200" eaLnBrk="1" hangingPunct="1" indent="-228600" latinLnBrk="0" marL="25146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algn="l" defTabSz="457200" eaLnBrk="1" hangingPunct="1" indent="-228600" latinLnBrk="0" marL="29718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algn="l" defTabSz="457200" eaLnBrk="1" hangingPunct="1" indent="-228600" latinLnBrk="0" marL="34290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algn="l" defTabSz="457200" eaLnBrk="1" hangingPunct="1" indent="-228600" latinLnBrk="0" marL="3886200" rtl="0">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dirty="0" lang="en-GB"/>
              <a:t>.</a:t>
            </a:r>
          </a:p>
        </p:txBody>
      </p:sp>
      <p:pic>
        <p:nvPicPr>
          <p:cNvPr id="2097179" name="Picture 14"/>
          <p:cNvPicPr>
            <a:picLocks noChangeAspect="1"/>
          </p:cNvPicPr>
          <p:nvPr/>
        </p:nvPicPr>
        <p:blipFill rotWithShape="1">
          <a:blip xmlns:r="http://schemas.openxmlformats.org/officeDocument/2006/relationships" r:embed="rId1"/>
          <a:srcRect t="96181"/>
          <a:stretch>
            <a:fillRect/>
          </a:stretch>
        </p:blipFill>
        <p:spPr>
          <a:xfrm>
            <a:off x="675957" y="6471920"/>
            <a:ext cx="2143125" cy="193040"/>
          </a:xfrm>
          <a:prstGeom prst="rect"/>
        </p:spPr>
      </p:pic>
      <p:sp>
        <p:nvSpPr>
          <p:cNvPr id="1048682" name="Text Placeholder 11"/>
          <p:cNvSpPr>
            <a:spLocks noGrp="1"/>
          </p:cNvSpPr>
          <p:nvPr>
            <p:ph type="body" sz="quarter" idx="12"/>
          </p:nvPr>
        </p:nvSpPr>
        <p:spPr>
          <a:xfrm>
            <a:off x="2975013" y="3962573"/>
            <a:ext cx="2139696" cy="344312"/>
          </a:xfrm>
        </p:spPr>
        <p:txBody>
          <a:bodyPr>
            <a:normAutofit fontScale="92500" lnSpcReduction="20000"/>
          </a:bodyPr>
          <a:p>
            <a:endParaRPr dirty="0" lang="en-IN"/>
          </a:p>
        </p:txBody>
      </p:sp>
    </p:spTree>
  </p:cSld>
  <p:clrMapOvr>
    <a:masterClrMapping/>
  </p:clrMapOvr>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53" presetSubtype="16">
                                  <p:stCondLst>
                                    <p:cond delay="0"/>
                                  </p:stCondLst>
                                  <p:childTnLst>
                                    <p:set>
                                      <p:cBhvr>
                                        <p:cTn dur="1" fill="hold" id="6">
                                          <p:stCondLst>
                                            <p:cond delay="0"/>
                                          </p:stCondLst>
                                        </p:cTn>
                                        <p:tgtEl>
                                          <p:spTgt spid="1048675"/>
                                        </p:tgtEl>
                                        <p:attrNameLst>
                                          <p:attrName>style.visibility</p:attrName>
                                        </p:attrNameLst>
                                      </p:cBhvr>
                                      <p:to>
                                        <p:strVal val="visible"/>
                                      </p:to>
                                    </p:set>
                                    <p:anim calcmode="lin" valueType="num">
                                      <p:cBhvr>
                                        <p:cTn dur="500" fill="hold" id="7"/>
                                        <p:tgtEl>
                                          <p:spTgt spid="1048675"/>
                                        </p:tgtEl>
                                        <p:attrNameLst>
                                          <p:attrName>ppt_w</p:attrName>
                                        </p:attrNameLst>
                                      </p:cBhvr>
                                      <p:tavLst>
                                        <p:tav tm="0">
                                          <p:val>
                                            <p:fltVal val="0.0"/>
                                          </p:val>
                                        </p:tav>
                                        <p:tav tm="100000">
                                          <p:val>
                                            <p:strVal val="#ppt_w"/>
                                          </p:val>
                                        </p:tav>
                                      </p:tavLst>
                                    </p:anim>
                                    <p:anim calcmode="lin" valueType="num">
                                      <p:cBhvr>
                                        <p:cTn dur="500" fill="hold" id="8"/>
                                        <p:tgtEl>
                                          <p:spTgt spid="1048675"/>
                                        </p:tgtEl>
                                        <p:attrNameLst>
                                          <p:attrName>ppt_h</p:attrName>
                                        </p:attrNameLst>
                                      </p:cBhvr>
                                      <p:tavLst>
                                        <p:tav tm="0">
                                          <p:val>
                                            <p:fltVal val="0.0"/>
                                          </p:val>
                                        </p:tav>
                                        <p:tav tm="100000">
                                          <p:val>
                                            <p:strVal val="#ppt_h"/>
                                          </p:val>
                                        </p:tav>
                                      </p:tavLst>
                                    </p:anim>
                                    <p:animEffect transition="in" filter="fade">
                                      <p:cBhvr>
                                        <p:cTn dur="500" id="9"/>
                                        <p:tgtEl>
                                          <p:spTgt spid="1048675"/>
                                        </p:tgtEl>
                                      </p:cBhvr>
                                    </p:animEffect>
                                  </p:childTnLst>
                                </p:cTn>
                              </p:par>
                            </p:childTnLst>
                          </p:cTn>
                        </p:par>
                      </p:childTnLst>
                    </p:cTn>
                  </p:par>
                  <p:par>
                    <p:cTn fill="hold" id="16">
                      <p:stCondLst>
                        <p:cond delay="indefinite"/>
                      </p:stCondLst>
                      <p:childTnLst>
                        <p:par>
                          <p:cTn fill="hold" id="17">
                            <p:stCondLst>
                              <p:cond delay="0"/>
                            </p:stCondLst>
                            <p:childTnLst>
                              <p:par>
                                <p:cTn fill="hold" grpId="0" id="18" nodeType="clickEffect" presetClass="entr" presetID="12" presetSubtype="4">
                                  <p:stCondLst>
                                    <p:cond delay="0"/>
                                  </p:stCondLst>
                                  <p:childTnLst>
                                    <p:set>
                                      <p:cBhvr>
                                        <p:cTn dur="1" fill="hold" id="19">
                                          <p:stCondLst>
                                            <p:cond delay="0"/>
                                          </p:stCondLst>
                                        </p:cTn>
                                        <p:tgtEl>
                                          <p:spTgt spid="1048676">
                                            <p:txEl>
                                              <p:pRg st="0" end="0"/>
                                            </p:txEl>
                                          </p:spTgt>
                                        </p:tgtEl>
                                        <p:attrNameLst>
                                          <p:attrName>style.visibility</p:attrName>
                                        </p:attrNameLst>
                                      </p:cBhvr>
                                      <p:to>
                                        <p:strVal val="visible"/>
                                      </p:to>
                                    </p:set>
                                    <p:anim calcmode="lin" valueType="num">
                                      <p:cBhvr additive="base">
                                        <p:cTn dur="500" id="20"/>
                                        <p:tgtEl>
                                          <p:spTgt spid="1048676">
                                            <p:txEl>
                                              <p:pRg st="0" end="0"/>
                                            </p:txEl>
                                          </p:spTgt>
                                        </p:tgtEl>
                                        <p:attrNameLst>
                                          <p:attrName>ppt_y</p:attrName>
                                        </p:attrNameLst>
                                      </p:cBhvr>
                                      <p:tavLst>
                                        <p:tav tm="0">
                                          <p:val>
                                            <p:strVal val="#ppt_y+#ppt_h*1.125000"/>
                                          </p:val>
                                        </p:tav>
                                        <p:tav tm="100000">
                                          <p:val>
                                            <p:strVal val="#ppt_y"/>
                                          </p:val>
                                        </p:tav>
                                      </p:tavLst>
                                    </p:anim>
                                    <p:animEffect transition="in" filter="wipe(up)">
                                      <p:cBhvr>
                                        <p:cTn dur="500" id="21"/>
                                        <p:tgtEl>
                                          <p:spTgt spid="1048676">
                                            <p:txEl>
                                              <p:pRg st="0" end="0"/>
                                            </p:txEl>
                                          </p:spTgt>
                                        </p:tgtEl>
                                      </p:cBhvr>
                                    </p:animEffect>
                                  </p:childTnLst>
                                </p:cTn>
                              </p:par>
                            </p:childTnLst>
                          </p:cTn>
                        </p:par>
                      </p:childTnLst>
                    </p:cTn>
                  </p:par>
                  <p:par>
                    <p:cTn fill="hold" id="40">
                      <p:stCondLst>
                        <p:cond delay="indefinite"/>
                      </p:stCondLst>
                      <p:childTnLst>
                        <p:par>
                          <p:cTn fill="hold" id="41">
                            <p:stCondLst>
                              <p:cond delay="0"/>
                            </p:stCondLst>
                            <p:childTnLst>
                              <p:par>
                                <p:cTn fill="hold" grpId="0" id="42" nodeType="clickEffect" presetClass="entr" presetID="12" presetSubtype="4">
                                  <p:stCondLst>
                                    <p:cond delay="0"/>
                                  </p:stCondLst>
                                  <p:childTnLst>
                                    <p:set>
                                      <p:cBhvr>
                                        <p:cTn dur="1" fill="hold" id="43">
                                          <p:stCondLst>
                                            <p:cond delay="0"/>
                                          </p:stCondLst>
                                        </p:cTn>
                                        <p:tgtEl>
                                          <p:spTgt spid="1048681"/>
                                        </p:tgtEl>
                                        <p:attrNameLst>
                                          <p:attrName>style.visibility</p:attrName>
                                        </p:attrNameLst>
                                      </p:cBhvr>
                                      <p:to>
                                        <p:strVal val="visible"/>
                                      </p:to>
                                    </p:set>
                                    <p:anim calcmode="lin" valueType="num">
                                      <p:cBhvr additive="base">
                                        <p:cTn dur="500" id="44"/>
                                        <p:tgtEl>
                                          <p:spTgt spid="1048681"/>
                                        </p:tgtEl>
                                        <p:attrNameLst>
                                          <p:attrName>ppt_y</p:attrName>
                                        </p:attrNameLst>
                                      </p:cBhvr>
                                      <p:tavLst>
                                        <p:tav tm="0">
                                          <p:val>
                                            <p:strVal val="#ppt_y+#ppt_h*1.125000"/>
                                          </p:val>
                                        </p:tav>
                                        <p:tav tm="100000">
                                          <p:val>
                                            <p:strVal val="#ppt_y"/>
                                          </p:val>
                                        </p:tav>
                                      </p:tavLst>
                                    </p:anim>
                                    <p:animEffect transition="in" filter="wipe(up)">
                                      <p:cBhvr>
                                        <p:cTn dur="500" id="45"/>
                                        <p:tgtEl>
                                          <p:spTgt spid="10486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8675" grpId="0"/>
      <p:bldP spid="1048676" grpId="0" build="p"/>
      <p:bldP spid="1048681" grpId="0"/>
    </p:bldLst>
  </p:timing>
</p:sld>
</file>

<file path=ppt/theme/theme1.xml><?xml version="1.0" encoding="utf-8"?>
<a:theme xmlns:a="http://schemas.openxmlformats.org/drawingml/2006/main" name="Facet">
  <a:themeElements>
    <a:clrScheme name="Facet">
      <a:dk1>
        <a:sysClr lastClr="000000" val="windowText"/>
      </a:dk1>
      <a:lt1>
        <a:sysClr lastClr="FFFFFF" val="window"/>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r="5400000" dist="25400" rotWithShape="0">
              <a:srgbClr val="000000">
                <a:alpha val="35000"/>
              </a:srgbClr>
            </a:outerShdw>
          </a:effectLst>
        </a:effectStyle>
        <a:effectStyle>
          <a:effectLst>
            <a:outerShdw blurRad="50800" dir="5400000" dist="38100" rotWithShape="0">
              <a:srgbClr val="000000">
                <a:alpha val="35000"/>
              </a:srgbClr>
            </a:outerShdw>
          </a:effectLst>
          <a:scene3d>
            <a:camera prst="orthographicFront">
              <a:rot lat="0" lon="0" rev="0"/>
            </a:camera>
            <a:lightRig dir="tl" rig="threePt"/>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ppt/theme/theme3.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customXml/item1.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MASKED HUNTERS</dc:title>
  <dc:creator>Venkataswamy</dc:creator>
  <cp:lastModifiedBy>Aswini Kumar Motapothula</cp:lastModifiedBy>
  <dcterms:created xsi:type="dcterms:W3CDTF">2021-07-09T17:13:15Z</dcterms:created>
  <dcterms:modified xsi:type="dcterms:W3CDTF">2026-09-09T15:10:23Z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eb28860152b94f289401c8b334ed52e2_23</vt:lpwstr>
  </property>
</Properties>
</file>